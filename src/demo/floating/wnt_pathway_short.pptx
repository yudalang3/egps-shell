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</p:sldIdLst>
  <p:sldSz cx="719931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2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D961"/>
    <a:srgbClr val="CD492B"/>
    <a:srgbClr val="F3A05C"/>
    <a:srgbClr val="F9A45D"/>
    <a:srgbClr val="A4CB99"/>
    <a:srgbClr val="968DBD"/>
    <a:srgbClr val="EDE9DE"/>
    <a:srgbClr val="C873A5"/>
    <a:srgbClr val="ECE9D9"/>
    <a:srgbClr val="3D5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2526" y="102"/>
      </p:cViewPr>
      <p:guideLst>
        <p:guide orient="horz" pos="2200"/>
        <p:guide pos="226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122363"/>
            <a:ext cx="6119416" cy="2387600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3602038"/>
            <a:ext cx="5399485" cy="1655762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2537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673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709740"/>
            <a:ext cx="6209407" cy="2852737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4589465"/>
            <a:ext cx="6209407" cy="150018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432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825625"/>
            <a:ext cx="3059708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825625"/>
            <a:ext cx="3059708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83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365127"/>
            <a:ext cx="620940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681163"/>
            <a:ext cx="3045646" cy="823912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2505075"/>
            <a:ext cx="304564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681163"/>
            <a:ext cx="3060646" cy="823912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2505075"/>
            <a:ext cx="306064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994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045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154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57200"/>
            <a:ext cx="2321966" cy="160020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987427"/>
            <a:ext cx="3644652" cy="4873625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057400"/>
            <a:ext cx="2321966" cy="3811588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4222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57200"/>
            <a:ext cx="2321966" cy="160020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987427"/>
            <a:ext cx="3644652" cy="4873625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057400"/>
            <a:ext cx="2321966" cy="3811588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2025/7/25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179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1693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365125"/>
            <a:ext cx="1552352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365125"/>
            <a:ext cx="4567064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083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359257" y="1555200"/>
            <a:ext cx="3090105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1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3749879" y="1555200"/>
            <a:ext cx="3086635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1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2025/7/25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359257" y="774000"/>
            <a:ext cx="6479382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707885" y="2484000"/>
            <a:ext cx="5786377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707885" y="3560400"/>
            <a:ext cx="5786377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365127"/>
            <a:ext cx="62094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825625"/>
            <a:ext cx="620940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6356352"/>
            <a:ext cx="1619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2025/7/25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6356352"/>
            <a:ext cx="2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6356352"/>
            <a:ext cx="1619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4922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56" r:id="rId12"/>
    <p:sldLayoutId id="2147483658" r:id="rId13"/>
    <p:sldLayoutId id="2147483659" r:id="rId14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Up"/>
          <p:cNvSpPr/>
          <p:nvPr/>
        </p:nvSpPr>
        <p:spPr>
          <a:xfrm>
            <a:off x="1312085" y="1400023"/>
            <a:ext cx="4223210" cy="4263178"/>
          </a:xfrm>
          <a:custGeom>
            <a:avLst/>
            <a:gdLst>
              <a:gd name="connsiteX0" fmla="*/ 0 w 7732938"/>
              <a:gd name="connsiteY0" fmla="*/ 0 h 3367220"/>
              <a:gd name="connsiteX1" fmla="*/ 7732939 w 7732938"/>
              <a:gd name="connsiteY1" fmla="*/ 0 h 3367220"/>
              <a:gd name="connsiteX2" fmla="*/ 7732939 w 7732938"/>
              <a:gd name="connsiteY2" fmla="*/ 3367221 h 3367220"/>
              <a:gd name="connsiteX3" fmla="*/ 0 w 7732938"/>
              <a:gd name="connsiteY3" fmla="*/ 3367221 h 3367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2938" h="3367220">
                <a:moveTo>
                  <a:pt x="0" y="0"/>
                </a:moveTo>
                <a:lnTo>
                  <a:pt x="7732939" y="0"/>
                </a:lnTo>
                <a:lnTo>
                  <a:pt x="7732939" y="3367221"/>
                </a:lnTo>
                <a:lnTo>
                  <a:pt x="0" y="3367221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32000">
                <a:srgbClr val="FAFBFC"/>
              </a:gs>
              <a:gs pos="64000">
                <a:srgbClr val="EEEFF6"/>
              </a:gs>
              <a:gs pos="97000">
                <a:srgbClr val="DADCEC"/>
              </a:gs>
              <a:gs pos="100000">
                <a:srgbClr val="D8DBEB"/>
              </a:gs>
            </a:gsLst>
            <a:lin ang="16200000" scaled="1"/>
          </a:gradFill>
          <a:ln w="1884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799"/>
          </a:p>
        </p:txBody>
      </p:sp>
      <p:sp>
        <p:nvSpPr>
          <p:cNvPr id="2766" name="CTNNB1_name2"/>
          <p:cNvSpPr txBox="1"/>
          <p:nvPr/>
        </p:nvSpPr>
        <p:spPr>
          <a:xfrm>
            <a:off x="3105166" y="3381204"/>
            <a:ext cx="817853" cy="2771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1" dirty="0">
                <a:solidFill>
                  <a:srgbClr val="231815"/>
                </a:solidFill>
                <a:latin typeface="Arial" panose="020B0604020202020204"/>
                <a:cs typeface="Arial" panose="020B0604020202020204"/>
                <a:sym typeface="Arial" panose="020B0604020202020204"/>
                <a:rtl val="0"/>
              </a:rPr>
              <a:t>β-catenin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9ED6BA1-DAC9-693E-C1A8-A6558F80CE3B}"/>
              </a:ext>
            </a:extLst>
          </p:cNvPr>
          <p:cNvGrpSpPr/>
          <p:nvPr/>
        </p:nvGrpSpPr>
        <p:grpSpPr>
          <a:xfrm>
            <a:off x="1559087" y="228440"/>
            <a:ext cx="3957818" cy="6162932"/>
            <a:chOff x="3668931" y="181305"/>
            <a:chExt cx="3957818" cy="6162932"/>
          </a:xfrm>
        </p:grpSpPr>
        <p:sp>
          <p:nvSpPr>
            <p:cNvPr id="2" name="矩形: 圆角 1"/>
            <p:cNvSpPr/>
            <p:nvPr/>
          </p:nvSpPr>
          <p:spPr>
            <a:xfrm>
              <a:off x="3668931" y="1033312"/>
              <a:ext cx="3600000" cy="61837"/>
            </a:xfrm>
            <a:prstGeom prst="roundRect">
              <a:avLst/>
            </a:prstGeom>
            <a:solidFill>
              <a:srgbClr val="D8DBEB"/>
            </a:solidFill>
            <a:ln>
              <a:solidFill>
                <a:srgbClr val="3D5E9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9"/>
            </a:p>
          </p:txBody>
        </p:sp>
        <p:sp>
          <p:nvSpPr>
            <p:cNvPr id="3" name="矩形: 圆角 2"/>
            <p:cNvSpPr/>
            <p:nvPr/>
          </p:nvSpPr>
          <p:spPr>
            <a:xfrm>
              <a:off x="3668931" y="1270276"/>
              <a:ext cx="3600000" cy="61837"/>
            </a:xfrm>
            <a:prstGeom prst="roundRect">
              <a:avLst/>
            </a:prstGeom>
            <a:solidFill>
              <a:srgbClr val="D8DBEB"/>
            </a:solidFill>
            <a:ln>
              <a:solidFill>
                <a:srgbClr val="3D5E9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9"/>
            </a:p>
          </p:txBody>
        </p:sp>
        <p:sp>
          <p:nvSpPr>
            <p:cNvPr id="2764" name="CTNNB1_name2"/>
            <p:cNvSpPr/>
            <p:nvPr/>
          </p:nvSpPr>
          <p:spPr>
            <a:xfrm>
              <a:off x="5132673" y="3332903"/>
              <a:ext cx="972012" cy="298559"/>
            </a:xfrm>
            <a:custGeom>
              <a:avLst/>
              <a:gdLst>
                <a:gd name="connsiteX0" fmla="*/ 379267 w 758534"/>
                <a:gd name="connsiteY0" fmla="*/ 0 h 232988"/>
                <a:gd name="connsiteX1" fmla="*/ 758534 w 758534"/>
                <a:gd name="connsiteY1" fmla="*/ 116494 h 232988"/>
                <a:gd name="connsiteX2" fmla="*/ 379267 w 758534"/>
                <a:gd name="connsiteY2" fmla="*/ 232989 h 232988"/>
                <a:gd name="connsiteX3" fmla="*/ 0 w 758534"/>
                <a:gd name="connsiteY3" fmla="*/ 116494 h 232988"/>
                <a:gd name="connsiteX4" fmla="*/ 379267 w 758534"/>
                <a:gd name="connsiteY4" fmla="*/ 0 h 23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34" h="232988">
                  <a:moveTo>
                    <a:pt x="379267" y="0"/>
                  </a:moveTo>
                  <a:cubicBezTo>
                    <a:pt x="588693" y="0"/>
                    <a:pt x="758534" y="52215"/>
                    <a:pt x="758534" y="116494"/>
                  </a:cubicBezTo>
                  <a:cubicBezTo>
                    <a:pt x="758534" y="180774"/>
                    <a:pt x="588693" y="232989"/>
                    <a:pt x="379267" y="232989"/>
                  </a:cubicBezTo>
                  <a:cubicBezTo>
                    <a:pt x="169841" y="232989"/>
                    <a:pt x="0" y="180774"/>
                    <a:pt x="0" y="116494"/>
                  </a:cubicBezTo>
                  <a:cubicBezTo>
                    <a:pt x="0" y="52215"/>
                    <a:pt x="169841" y="0"/>
                    <a:pt x="379267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4711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2784" name="任意多边形: 形状 2783"/>
            <p:cNvSpPr/>
            <p:nvPr/>
          </p:nvSpPr>
          <p:spPr>
            <a:xfrm>
              <a:off x="4794980" y="5785155"/>
              <a:ext cx="1591114" cy="461850"/>
            </a:xfrm>
            <a:custGeom>
              <a:avLst/>
              <a:gdLst>
                <a:gd name="connsiteX0" fmla="*/ 0 w 1241666"/>
                <a:gd name="connsiteY0" fmla="*/ 0 h 360416"/>
                <a:gd name="connsiteX1" fmla="*/ 1241666 w 1241666"/>
                <a:gd name="connsiteY1" fmla="*/ 0 h 360416"/>
                <a:gd name="connsiteX2" fmla="*/ 1241666 w 1241666"/>
                <a:gd name="connsiteY2" fmla="*/ 360417 h 360416"/>
                <a:gd name="connsiteX3" fmla="*/ 0 w 1241666"/>
                <a:gd name="connsiteY3" fmla="*/ 360417 h 3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41666" h="360416">
                  <a:moveTo>
                    <a:pt x="0" y="0"/>
                  </a:moveTo>
                  <a:lnTo>
                    <a:pt x="1241666" y="0"/>
                  </a:lnTo>
                  <a:lnTo>
                    <a:pt x="1241666" y="360417"/>
                  </a:lnTo>
                  <a:lnTo>
                    <a:pt x="0" y="360417"/>
                  </a:lnTo>
                  <a:close/>
                </a:path>
              </a:pathLst>
            </a:custGeom>
            <a:solidFill>
              <a:srgbClr val="FFFFFF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2785" name="任意多边形: 形状 2784"/>
            <p:cNvSpPr/>
            <p:nvPr/>
          </p:nvSpPr>
          <p:spPr>
            <a:xfrm>
              <a:off x="4794979" y="5785154"/>
              <a:ext cx="1688901" cy="559083"/>
            </a:xfrm>
            <a:custGeom>
              <a:avLst/>
              <a:gdLst>
                <a:gd name="connsiteX0" fmla="*/ 0 w 1241666"/>
                <a:gd name="connsiteY0" fmla="*/ 0 h 360416"/>
                <a:gd name="connsiteX1" fmla="*/ 1241666 w 1241666"/>
                <a:gd name="connsiteY1" fmla="*/ 0 h 360416"/>
                <a:gd name="connsiteX2" fmla="*/ 1241666 w 1241666"/>
                <a:gd name="connsiteY2" fmla="*/ 360417 h 360416"/>
                <a:gd name="connsiteX3" fmla="*/ 0 w 1241666"/>
                <a:gd name="connsiteY3" fmla="*/ 360417 h 3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41666" h="360416">
                  <a:moveTo>
                    <a:pt x="0" y="0"/>
                  </a:moveTo>
                  <a:lnTo>
                    <a:pt x="1241666" y="0"/>
                  </a:lnTo>
                  <a:lnTo>
                    <a:pt x="1241666" y="360417"/>
                  </a:lnTo>
                  <a:lnTo>
                    <a:pt x="0" y="360417"/>
                  </a:lnTo>
                  <a:close/>
                </a:path>
              </a:pathLst>
            </a:custGeom>
            <a:solidFill>
              <a:srgbClr val="EDE9DE"/>
            </a:solidFill>
            <a:ln w="4711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2956" name="APC_comp"/>
            <p:cNvSpPr/>
            <p:nvPr/>
          </p:nvSpPr>
          <p:spPr>
            <a:xfrm>
              <a:off x="5309489" y="2536741"/>
              <a:ext cx="864520" cy="313536"/>
            </a:xfrm>
            <a:custGeom>
              <a:avLst/>
              <a:gdLst>
                <a:gd name="connsiteX0" fmla="*/ 337231 w 674650"/>
                <a:gd name="connsiteY0" fmla="*/ 244676 h 244676"/>
                <a:gd name="connsiteX1" fmla="*/ 0 w 674650"/>
                <a:gd name="connsiteY1" fmla="*/ 122338 h 244676"/>
                <a:gd name="connsiteX2" fmla="*/ 337231 w 674650"/>
                <a:gd name="connsiteY2" fmla="*/ 0 h 244676"/>
                <a:gd name="connsiteX3" fmla="*/ 674651 w 674650"/>
                <a:gd name="connsiteY3" fmla="*/ 122338 h 244676"/>
                <a:gd name="connsiteX4" fmla="*/ 337231 w 674650"/>
                <a:gd name="connsiteY4" fmla="*/ 244676 h 244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4650" h="244676">
                  <a:moveTo>
                    <a:pt x="337231" y="244676"/>
                  </a:moveTo>
                  <a:cubicBezTo>
                    <a:pt x="150991" y="244676"/>
                    <a:pt x="0" y="189822"/>
                    <a:pt x="0" y="122338"/>
                  </a:cubicBezTo>
                  <a:cubicBezTo>
                    <a:pt x="0" y="54854"/>
                    <a:pt x="150991" y="0"/>
                    <a:pt x="337231" y="0"/>
                  </a:cubicBezTo>
                  <a:cubicBezTo>
                    <a:pt x="523472" y="0"/>
                    <a:pt x="674651" y="54854"/>
                    <a:pt x="674651" y="122338"/>
                  </a:cubicBezTo>
                  <a:cubicBezTo>
                    <a:pt x="674651" y="189822"/>
                    <a:pt x="523660" y="244676"/>
                    <a:pt x="337231" y="244676"/>
                  </a:cubicBezTo>
                  <a:close/>
                </a:path>
              </a:pathLst>
            </a:custGeom>
            <a:solidFill>
              <a:srgbClr val="968DBD"/>
            </a:solidFill>
            <a:ln w="4711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2957" name="APC_name"/>
            <p:cNvSpPr txBox="1"/>
            <p:nvPr/>
          </p:nvSpPr>
          <p:spPr>
            <a:xfrm>
              <a:off x="5497943" y="2576853"/>
              <a:ext cx="500458" cy="2771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1" dirty="0">
                  <a:solidFill>
                    <a:srgbClr val="231815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rPr>
                <a:t>APC</a:t>
              </a:r>
            </a:p>
          </p:txBody>
        </p:sp>
        <p:sp>
          <p:nvSpPr>
            <p:cNvPr id="2959" name="AXIN_comp"/>
            <p:cNvSpPr/>
            <p:nvPr/>
          </p:nvSpPr>
          <p:spPr>
            <a:xfrm>
              <a:off x="5252724" y="2282144"/>
              <a:ext cx="1020322" cy="295662"/>
            </a:xfrm>
            <a:custGeom>
              <a:avLst/>
              <a:gdLst>
                <a:gd name="connsiteX0" fmla="*/ 398117 w 796234"/>
                <a:gd name="connsiteY0" fmla="*/ 230727 h 230727"/>
                <a:gd name="connsiteX1" fmla="*/ 0 w 796234"/>
                <a:gd name="connsiteY1" fmla="*/ 115364 h 230727"/>
                <a:gd name="connsiteX2" fmla="*/ 398117 w 796234"/>
                <a:gd name="connsiteY2" fmla="*/ 0 h 230727"/>
                <a:gd name="connsiteX3" fmla="*/ 796234 w 796234"/>
                <a:gd name="connsiteY3" fmla="*/ 115364 h 230727"/>
                <a:gd name="connsiteX4" fmla="*/ 398117 w 796234"/>
                <a:gd name="connsiteY4" fmla="*/ 230727 h 230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6234" h="230727">
                  <a:moveTo>
                    <a:pt x="398117" y="230727"/>
                  </a:moveTo>
                  <a:cubicBezTo>
                    <a:pt x="178323" y="230727"/>
                    <a:pt x="0" y="179077"/>
                    <a:pt x="0" y="115364"/>
                  </a:cubicBezTo>
                  <a:cubicBezTo>
                    <a:pt x="0" y="51650"/>
                    <a:pt x="178323" y="0"/>
                    <a:pt x="398117" y="0"/>
                  </a:cubicBezTo>
                  <a:cubicBezTo>
                    <a:pt x="617911" y="0"/>
                    <a:pt x="796234" y="51650"/>
                    <a:pt x="796234" y="115364"/>
                  </a:cubicBezTo>
                  <a:cubicBezTo>
                    <a:pt x="796234" y="179077"/>
                    <a:pt x="618100" y="230727"/>
                    <a:pt x="398117" y="230727"/>
                  </a:cubicBezTo>
                  <a:close/>
                </a:path>
              </a:pathLst>
            </a:custGeom>
            <a:solidFill>
              <a:srgbClr val="F9A45D"/>
            </a:solidFill>
            <a:ln w="4711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2960" name="AXIN_name"/>
            <p:cNvSpPr txBox="1"/>
            <p:nvPr/>
          </p:nvSpPr>
          <p:spPr>
            <a:xfrm>
              <a:off x="5745735" y="2285016"/>
              <a:ext cx="482824" cy="2771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1" dirty="0">
                  <a:solidFill>
                    <a:srgbClr val="231815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rPr>
                <a:t>Axin</a:t>
              </a:r>
            </a:p>
          </p:txBody>
        </p:sp>
        <p:sp>
          <p:nvSpPr>
            <p:cNvPr id="2962" name="CK1A_comp"/>
            <p:cNvSpPr/>
            <p:nvPr/>
          </p:nvSpPr>
          <p:spPr>
            <a:xfrm>
              <a:off x="5396691" y="2182624"/>
              <a:ext cx="496634" cy="233340"/>
            </a:xfrm>
            <a:custGeom>
              <a:avLst/>
              <a:gdLst>
                <a:gd name="connsiteX0" fmla="*/ 193781 w 387561"/>
                <a:gd name="connsiteY0" fmla="*/ 182094 h 182093"/>
                <a:gd name="connsiteX1" fmla="*/ 0 w 387561"/>
                <a:gd name="connsiteY1" fmla="*/ 91047 h 182093"/>
                <a:gd name="connsiteX2" fmla="*/ 193781 w 387561"/>
                <a:gd name="connsiteY2" fmla="*/ 0 h 182093"/>
                <a:gd name="connsiteX3" fmla="*/ 387561 w 387561"/>
                <a:gd name="connsiteY3" fmla="*/ 91047 h 182093"/>
                <a:gd name="connsiteX4" fmla="*/ 193781 w 387561"/>
                <a:gd name="connsiteY4" fmla="*/ 182094 h 182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561" h="182093">
                  <a:moveTo>
                    <a:pt x="193781" y="182094"/>
                  </a:moveTo>
                  <a:cubicBezTo>
                    <a:pt x="86711" y="182094"/>
                    <a:pt x="0" y="141377"/>
                    <a:pt x="0" y="91047"/>
                  </a:cubicBezTo>
                  <a:cubicBezTo>
                    <a:pt x="0" y="40717"/>
                    <a:pt x="86711" y="0"/>
                    <a:pt x="193781" y="0"/>
                  </a:cubicBezTo>
                  <a:cubicBezTo>
                    <a:pt x="300850" y="0"/>
                    <a:pt x="387561" y="40717"/>
                    <a:pt x="387561" y="91047"/>
                  </a:cubicBezTo>
                  <a:cubicBezTo>
                    <a:pt x="387561" y="141377"/>
                    <a:pt x="300850" y="182094"/>
                    <a:pt x="193781" y="182094"/>
                  </a:cubicBezTo>
                  <a:close/>
                </a:path>
              </a:pathLst>
            </a:custGeom>
            <a:solidFill>
              <a:srgbClr val="CD492B"/>
            </a:solidFill>
            <a:ln w="4711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2963" name="CK1A_name"/>
            <p:cNvSpPr txBox="1"/>
            <p:nvPr/>
          </p:nvSpPr>
          <p:spPr>
            <a:xfrm>
              <a:off x="5376227" y="2146299"/>
              <a:ext cx="530915" cy="2771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1" dirty="0">
                  <a:solidFill>
                    <a:srgbClr val="231815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rPr>
                <a:t>CKIα</a:t>
              </a:r>
            </a:p>
          </p:txBody>
        </p:sp>
        <p:sp>
          <p:nvSpPr>
            <p:cNvPr id="2966" name="GSK3_comp"/>
            <p:cNvSpPr/>
            <p:nvPr/>
          </p:nvSpPr>
          <p:spPr>
            <a:xfrm>
              <a:off x="4878558" y="2359441"/>
              <a:ext cx="672002" cy="254597"/>
            </a:xfrm>
            <a:custGeom>
              <a:avLst/>
              <a:gdLst>
                <a:gd name="connsiteX0" fmla="*/ 262207 w 524414"/>
                <a:gd name="connsiteY0" fmla="*/ 198682 h 198681"/>
                <a:gd name="connsiteX1" fmla="*/ 0 w 524414"/>
                <a:gd name="connsiteY1" fmla="*/ 99341 h 198681"/>
                <a:gd name="connsiteX2" fmla="*/ 262207 w 524414"/>
                <a:gd name="connsiteY2" fmla="*/ 0 h 198681"/>
                <a:gd name="connsiteX3" fmla="*/ 524414 w 524414"/>
                <a:gd name="connsiteY3" fmla="*/ 99341 h 198681"/>
                <a:gd name="connsiteX4" fmla="*/ 262207 w 524414"/>
                <a:gd name="connsiteY4" fmla="*/ 198682 h 19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414" h="198681">
                  <a:moveTo>
                    <a:pt x="262207" y="198682"/>
                  </a:moveTo>
                  <a:cubicBezTo>
                    <a:pt x="117437" y="198682"/>
                    <a:pt x="0" y="154195"/>
                    <a:pt x="0" y="99341"/>
                  </a:cubicBezTo>
                  <a:cubicBezTo>
                    <a:pt x="0" y="44487"/>
                    <a:pt x="117437" y="0"/>
                    <a:pt x="262207" y="0"/>
                  </a:cubicBezTo>
                  <a:cubicBezTo>
                    <a:pt x="406977" y="0"/>
                    <a:pt x="524414" y="44487"/>
                    <a:pt x="524414" y="99341"/>
                  </a:cubicBezTo>
                  <a:cubicBezTo>
                    <a:pt x="524414" y="154195"/>
                    <a:pt x="406977" y="198682"/>
                    <a:pt x="262207" y="198682"/>
                  </a:cubicBezTo>
                  <a:close/>
                </a:path>
              </a:pathLst>
            </a:custGeom>
            <a:solidFill>
              <a:srgbClr val="A4CB99"/>
            </a:solidFill>
            <a:ln w="4711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2967" name="GSK3_name"/>
            <p:cNvSpPr txBox="1"/>
            <p:nvPr/>
          </p:nvSpPr>
          <p:spPr>
            <a:xfrm>
              <a:off x="4906184" y="2363471"/>
              <a:ext cx="595035" cy="2771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1" dirty="0">
                  <a:solidFill>
                    <a:srgbClr val="231815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rPr>
                <a:t>GSK3</a:t>
              </a:r>
            </a:p>
          </p:txBody>
        </p:sp>
        <p:sp>
          <p:nvSpPr>
            <p:cNvPr id="2968" name="LRP_name"/>
            <p:cNvSpPr txBox="1"/>
            <p:nvPr/>
          </p:nvSpPr>
          <p:spPr>
            <a:xfrm>
              <a:off x="4353029" y="611314"/>
              <a:ext cx="838233" cy="277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201" dirty="0">
                  <a:solidFill>
                    <a:srgbClr val="231815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rPr>
                <a:t>LRP5,6</a:t>
              </a:r>
            </a:p>
          </p:txBody>
        </p:sp>
        <p:sp>
          <p:nvSpPr>
            <p:cNvPr id="2997" name="CAMK2_comp"/>
            <p:cNvSpPr/>
            <p:nvPr/>
          </p:nvSpPr>
          <p:spPr>
            <a:xfrm>
              <a:off x="6767507" y="3334352"/>
              <a:ext cx="765242" cy="295660"/>
            </a:xfrm>
            <a:custGeom>
              <a:avLst/>
              <a:gdLst>
                <a:gd name="connsiteX0" fmla="*/ 298588 w 597176"/>
                <a:gd name="connsiteY0" fmla="*/ 230727 h 230726"/>
                <a:gd name="connsiteX1" fmla="*/ 0 w 597176"/>
                <a:gd name="connsiteY1" fmla="*/ 115363 h 230726"/>
                <a:gd name="connsiteX2" fmla="*/ 298588 w 597176"/>
                <a:gd name="connsiteY2" fmla="*/ 0 h 230726"/>
                <a:gd name="connsiteX3" fmla="*/ 597176 w 597176"/>
                <a:gd name="connsiteY3" fmla="*/ 115363 h 230726"/>
                <a:gd name="connsiteX4" fmla="*/ 298588 w 597176"/>
                <a:gd name="connsiteY4" fmla="*/ 230727 h 230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7176" h="230726">
                  <a:moveTo>
                    <a:pt x="298588" y="230727"/>
                  </a:moveTo>
                  <a:cubicBezTo>
                    <a:pt x="133837" y="230727"/>
                    <a:pt x="0" y="179077"/>
                    <a:pt x="0" y="115363"/>
                  </a:cubicBezTo>
                  <a:cubicBezTo>
                    <a:pt x="0" y="51650"/>
                    <a:pt x="133649" y="0"/>
                    <a:pt x="298588" y="0"/>
                  </a:cubicBezTo>
                  <a:cubicBezTo>
                    <a:pt x="463528" y="0"/>
                    <a:pt x="597176" y="51650"/>
                    <a:pt x="597176" y="115363"/>
                  </a:cubicBezTo>
                  <a:cubicBezTo>
                    <a:pt x="597176" y="179077"/>
                    <a:pt x="463528" y="230727"/>
                    <a:pt x="298588" y="230727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15000">
                  <a:schemeClr val="accent2">
                    <a:lumMod val="0"/>
                    <a:lumOff val="100000"/>
                  </a:schemeClr>
                </a:gs>
                <a:gs pos="59000">
                  <a:srgbClr val="F7C197"/>
                </a:gs>
                <a:gs pos="82000">
                  <a:srgbClr val="F3A263"/>
                </a:gs>
                <a:gs pos="100000">
                  <a:schemeClr val="accent2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 w="4711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2998" name="CAMK2_name"/>
            <p:cNvSpPr txBox="1"/>
            <p:nvPr/>
          </p:nvSpPr>
          <p:spPr>
            <a:xfrm>
              <a:off x="6801698" y="3347493"/>
              <a:ext cx="825051" cy="277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201" dirty="0">
                  <a:solidFill>
                    <a:srgbClr val="231815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rPr>
                <a:t>CAMKII</a:t>
              </a:r>
            </a:p>
          </p:txBody>
        </p:sp>
        <p:sp>
          <p:nvSpPr>
            <p:cNvPr id="3027" name="任意多边形: 形状 3026"/>
            <p:cNvSpPr/>
            <p:nvPr/>
          </p:nvSpPr>
          <p:spPr>
            <a:xfrm>
              <a:off x="4753191" y="5417993"/>
              <a:ext cx="71016" cy="38648"/>
            </a:xfrm>
            <a:custGeom>
              <a:avLst/>
              <a:gdLst>
                <a:gd name="connsiteX0" fmla="*/ 33742 w 55419"/>
                <a:gd name="connsiteY0" fmla="*/ 0 h 30160"/>
                <a:gd name="connsiteX1" fmla="*/ 0 w 55419"/>
                <a:gd name="connsiteY1" fmla="*/ 26579 h 30160"/>
                <a:gd name="connsiteX2" fmla="*/ 14703 w 55419"/>
                <a:gd name="connsiteY2" fmla="*/ 30161 h 30160"/>
                <a:gd name="connsiteX3" fmla="*/ 28841 w 55419"/>
                <a:gd name="connsiteY3" fmla="*/ 30161 h 30160"/>
                <a:gd name="connsiteX4" fmla="*/ 55420 w 55419"/>
                <a:gd name="connsiteY4" fmla="*/ 20547 h 30160"/>
                <a:gd name="connsiteX5" fmla="*/ 33742 w 55419"/>
                <a:gd name="connsiteY5" fmla="*/ 0 h 30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419" h="30160">
                  <a:moveTo>
                    <a:pt x="33742" y="0"/>
                  </a:moveTo>
                  <a:cubicBezTo>
                    <a:pt x="24128" y="11876"/>
                    <a:pt x="13384" y="21489"/>
                    <a:pt x="0" y="26579"/>
                  </a:cubicBezTo>
                  <a:cubicBezTo>
                    <a:pt x="4524" y="28275"/>
                    <a:pt x="9614" y="29595"/>
                    <a:pt x="14703" y="30161"/>
                  </a:cubicBezTo>
                  <a:lnTo>
                    <a:pt x="28841" y="30161"/>
                  </a:lnTo>
                  <a:cubicBezTo>
                    <a:pt x="38831" y="29029"/>
                    <a:pt x="47503" y="25636"/>
                    <a:pt x="55420" y="20547"/>
                  </a:cubicBezTo>
                  <a:cubicBezTo>
                    <a:pt x="47314" y="15269"/>
                    <a:pt x="40151" y="8294"/>
                    <a:pt x="33742" y="0"/>
                  </a:cubicBezTo>
                </a:path>
              </a:pathLst>
            </a:custGeom>
            <a:solidFill>
              <a:srgbClr val="003B83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28" name="任意多边形: 形状 3027"/>
            <p:cNvSpPr/>
            <p:nvPr/>
          </p:nvSpPr>
          <p:spPr>
            <a:xfrm>
              <a:off x="4824449" y="5257843"/>
              <a:ext cx="95896" cy="160391"/>
            </a:xfrm>
            <a:custGeom>
              <a:avLst/>
              <a:gdLst>
                <a:gd name="connsiteX0" fmla="*/ 74835 w 74835"/>
                <a:gd name="connsiteY0" fmla="*/ 0 h 125165"/>
                <a:gd name="connsiteX1" fmla="*/ 0 w 74835"/>
                <a:gd name="connsiteY1" fmla="*/ 91235 h 125165"/>
                <a:gd name="connsiteX2" fmla="*/ 21678 w 74835"/>
                <a:gd name="connsiteY2" fmla="*/ 125166 h 125165"/>
                <a:gd name="connsiteX3" fmla="*/ 74647 w 74835"/>
                <a:gd name="connsiteY3" fmla="*/ 37135 h 125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835" h="125165">
                  <a:moveTo>
                    <a:pt x="74835" y="0"/>
                  </a:moveTo>
                  <a:cubicBezTo>
                    <a:pt x="39585" y="11310"/>
                    <a:pt x="21112" y="53535"/>
                    <a:pt x="0" y="91235"/>
                  </a:cubicBezTo>
                  <a:cubicBezTo>
                    <a:pt x="6786" y="103488"/>
                    <a:pt x="13761" y="115175"/>
                    <a:pt x="21678" y="125166"/>
                  </a:cubicBezTo>
                  <a:cubicBezTo>
                    <a:pt x="41659" y="100095"/>
                    <a:pt x="55985" y="64657"/>
                    <a:pt x="74647" y="37135"/>
                  </a:cubicBezTo>
                </a:path>
              </a:pathLst>
            </a:custGeom>
            <a:solidFill>
              <a:srgbClr val="003B83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29" name="任意多边形: 形状 3028"/>
            <p:cNvSpPr/>
            <p:nvPr/>
          </p:nvSpPr>
          <p:spPr>
            <a:xfrm>
              <a:off x="4895226" y="5436835"/>
              <a:ext cx="25121" cy="19565"/>
            </a:xfrm>
            <a:custGeom>
              <a:avLst/>
              <a:gdLst>
                <a:gd name="connsiteX0" fmla="*/ 19604 w 19604"/>
                <a:gd name="connsiteY0" fmla="*/ 0 h 15268"/>
                <a:gd name="connsiteX1" fmla="*/ 0 w 19604"/>
                <a:gd name="connsiteY1" fmla="*/ 11876 h 15268"/>
                <a:gd name="connsiteX2" fmla="*/ 14703 w 19604"/>
                <a:gd name="connsiteY2" fmla="*/ 15269 h 15268"/>
                <a:gd name="connsiteX3" fmla="*/ 19604 w 19604"/>
                <a:gd name="connsiteY3" fmla="*/ 15269 h 1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04" h="15268">
                  <a:moveTo>
                    <a:pt x="19604" y="0"/>
                  </a:moveTo>
                  <a:cubicBezTo>
                    <a:pt x="13572" y="5090"/>
                    <a:pt x="7163" y="9048"/>
                    <a:pt x="0" y="11876"/>
                  </a:cubicBezTo>
                  <a:cubicBezTo>
                    <a:pt x="4524" y="13572"/>
                    <a:pt x="9425" y="14892"/>
                    <a:pt x="14703" y="15269"/>
                  </a:cubicBezTo>
                  <a:lnTo>
                    <a:pt x="19604" y="15269"/>
                  </a:lnTo>
                </a:path>
              </a:pathLst>
            </a:custGeom>
            <a:solidFill>
              <a:srgbClr val="003B83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30" name="任意多边形: 形状 3029"/>
            <p:cNvSpPr/>
            <p:nvPr/>
          </p:nvSpPr>
          <p:spPr>
            <a:xfrm>
              <a:off x="4649081" y="5405432"/>
              <a:ext cx="122950" cy="51209"/>
            </a:xfrm>
            <a:custGeom>
              <a:avLst/>
              <a:gdLst>
                <a:gd name="connsiteX0" fmla="*/ 81245 w 95947"/>
                <a:gd name="connsiteY0" fmla="*/ 36381 h 39962"/>
                <a:gd name="connsiteX1" fmla="*/ 40528 w 95947"/>
                <a:gd name="connsiteY1" fmla="*/ 0 h 39962"/>
                <a:gd name="connsiteX2" fmla="*/ 0 w 95947"/>
                <a:gd name="connsiteY2" fmla="*/ 3770 h 39962"/>
                <a:gd name="connsiteX3" fmla="*/ 0 w 95947"/>
                <a:gd name="connsiteY3" fmla="*/ 4524 h 39962"/>
                <a:gd name="connsiteX4" fmla="*/ 52215 w 95947"/>
                <a:gd name="connsiteY4" fmla="*/ 39963 h 39962"/>
                <a:gd name="connsiteX5" fmla="*/ 95948 w 95947"/>
                <a:gd name="connsiteY5" fmla="*/ 39963 h 39962"/>
                <a:gd name="connsiteX6" fmla="*/ 81245 w 95947"/>
                <a:gd name="connsiteY6" fmla="*/ 36381 h 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947" h="39962">
                  <a:moveTo>
                    <a:pt x="81245" y="36381"/>
                  </a:moveTo>
                  <a:cubicBezTo>
                    <a:pt x="64657" y="29972"/>
                    <a:pt x="51838" y="16588"/>
                    <a:pt x="40528" y="0"/>
                  </a:cubicBezTo>
                  <a:cubicBezTo>
                    <a:pt x="28275" y="5278"/>
                    <a:pt x="14515" y="4713"/>
                    <a:pt x="0" y="3770"/>
                  </a:cubicBezTo>
                  <a:lnTo>
                    <a:pt x="0" y="4524"/>
                  </a:lnTo>
                  <a:cubicBezTo>
                    <a:pt x="13572" y="23374"/>
                    <a:pt x="29783" y="37512"/>
                    <a:pt x="52215" y="39963"/>
                  </a:cubicBezTo>
                  <a:lnTo>
                    <a:pt x="95948" y="39963"/>
                  </a:lnTo>
                  <a:cubicBezTo>
                    <a:pt x="90670" y="39397"/>
                    <a:pt x="85769" y="38266"/>
                    <a:pt x="81245" y="36381"/>
                  </a:cubicBezTo>
                </a:path>
              </a:pathLst>
            </a:custGeom>
            <a:solidFill>
              <a:srgbClr val="97A1C8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31" name="任意多边形: 形状 3030"/>
            <p:cNvSpPr/>
            <p:nvPr/>
          </p:nvSpPr>
          <p:spPr>
            <a:xfrm>
              <a:off x="4649323" y="5253978"/>
              <a:ext cx="264742" cy="202421"/>
            </a:xfrm>
            <a:custGeom>
              <a:avLst/>
              <a:gdLst>
                <a:gd name="connsiteX0" fmla="*/ 191895 w 206598"/>
                <a:gd name="connsiteY0" fmla="*/ 154572 h 157964"/>
                <a:gd name="connsiteX1" fmla="*/ 158530 w 206598"/>
                <a:gd name="connsiteY1" fmla="*/ 127993 h 157964"/>
                <a:gd name="connsiteX2" fmla="*/ 136853 w 206598"/>
                <a:gd name="connsiteY2" fmla="*/ 94063 h 157964"/>
                <a:gd name="connsiteX3" fmla="*/ 43732 w 206598"/>
                <a:gd name="connsiteY3" fmla="*/ 0 h 157964"/>
                <a:gd name="connsiteX4" fmla="*/ 0 w 206598"/>
                <a:gd name="connsiteY4" fmla="*/ 0 h 157964"/>
                <a:gd name="connsiteX5" fmla="*/ 114798 w 206598"/>
                <a:gd name="connsiteY5" fmla="*/ 127993 h 157964"/>
                <a:gd name="connsiteX6" fmla="*/ 136476 w 206598"/>
                <a:gd name="connsiteY6" fmla="*/ 148540 h 157964"/>
                <a:gd name="connsiteX7" fmla="*/ 162866 w 206598"/>
                <a:gd name="connsiteY7" fmla="*/ 157965 h 157964"/>
                <a:gd name="connsiteX8" fmla="*/ 206599 w 206598"/>
                <a:gd name="connsiteY8" fmla="*/ 157965 h 157964"/>
                <a:gd name="connsiteX9" fmla="*/ 191895 w 206598"/>
                <a:gd name="connsiteY9" fmla="*/ 154383 h 157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6598" h="157964">
                  <a:moveTo>
                    <a:pt x="191895" y="154572"/>
                  </a:moveTo>
                  <a:cubicBezTo>
                    <a:pt x="178700" y="149482"/>
                    <a:pt x="167956" y="140057"/>
                    <a:pt x="158530" y="127993"/>
                  </a:cubicBezTo>
                  <a:cubicBezTo>
                    <a:pt x="150613" y="118002"/>
                    <a:pt x="143450" y="106315"/>
                    <a:pt x="136853" y="94063"/>
                  </a:cubicBezTo>
                  <a:cubicBezTo>
                    <a:pt x="112536" y="50141"/>
                    <a:pt x="91612" y="0"/>
                    <a:pt x="43732" y="0"/>
                  </a:cubicBezTo>
                  <a:lnTo>
                    <a:pt x="0" y="0"/>
                  </a:lnTo>
                  <a:cubicBezTo>
                    <a:pt x="61263" y="0"/>
                    <a:pt x="78417" y="81998"/>
                    <a:pt x="114798" y="127993"/>
                  </a:cubicBezTo>
                  <a:cubicBezTo>
                    <a:pt x="121395" y="136099"/>
                    <a:pt x="128370" y="143262"/>
                    <a:pt x="136476" y="148540"/>
                  </a:cubicBezTo>
                  <a:cubicBezTo>
                    <a:pt x="144204" y="153629"/>
                    <a:pt x="153064" y="157022"/>
                    <a:pt x="162866" y="157965"/>
                  </a:cubicBezTo>
                  <a:lnTo>
                    <a:pt x="206599" y="157965"/>
                  </a:lnTo>
                  <a:cubicBezTo>
                    <a:pt x="201321" y="157399"/>
                    <a:pt x="196420" y="156268"/>
                    <a:pt x="191895" y="154383"/>
                  </a:cubicBezTo>
                </a:path>
              </a:pathLst>
            </a:custGeom>
            <a:solidFill>
              <a:srgbClr val="97A1C8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32" name="任意多边形: 形状 3031"/>
            <p:cNvSpPr/>
            <p:nvPr/>
          </p:nvSpPr>
          <p:spPr>
            <a:xfrm>
              <a:off x="5190887" y="5417993"/>
              <a:ext cx="71016" cy="38648"/>
            </a:xfrm>
            <a:custGeom>
              <a:avLst/>
              <a:gdLst>
                <a:gd name="connsiteX0" fmla="*/ 33742 w 55419"/>
                <a:gd name="connsiteY0" fmla="*/ 0 h 30160"/>
                <a:gd name="connsiteX1" fmla="*/ 0 w 55419"/>
                <a:gd name="connsiteY1" fmla="*/ 26579 h 30160"/>
                <a:gd name="connsiteX2" fmla="*/ 14703 w 55419"/>
                <a:gd name="connsiteY2" fmla="*/ 30161 h 30160"/>
                <a:gd name="connsiteX3" fmla="*/ 28841 w 55419"/>
                <a:gd name="connsiteY3" fmla="*/ 30161 h 30160"/>
                <a:gd name="connsiteX4" fmla="*/ 55419 w 55419"/>
                <a:gd name="connsiteY4" fmla="*/ 20547 h 30160"/>
                <a:gd name="connsiteX5" fmla="*/ 33742 w 55419"/>
                <a:gd name="connsiteY5" fmla="*/ 0 h 30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419" h="30160">
                  <a:moveTo>
                    <a:pt x="33742" y="0"/>
                  </a:moveTo>
                  <a:cubicBezTo>
                    <a:pt x="24128" y="11876"/>
                    <a:pt x="13384" y="21489"/>
                    <a:pt x="0" y="26579"/>
                  </a:cubicBezTo>
                  <a:cubicBezTo>
                    <a:pt x="4524" y="28275"/>
                    <a:pt x="9614" y="29595"/>
                    <a:pt x="14703" y="30161"/>
                  </a:cubicBezTo>
                  <a:lnTo>
                    <a:pt x="28841" y="30161"/>
                  </a:lnTo>
                  <a:cubicBezTo>
                    <a:pt x="38831" y="29029"/>
                    <a:pt x="47502" y="25636"/>
                    <a:pt x="55419" y="20547"/>
                  </a:cubicBezTo>
                  <a:cubicBezTo>
                    <a:pt x="47314" y="15269"/>
                    <a:pt x="40151" y="8294"/>
                    <a:pt x="33742" y="0"/>
                  </a:cubicBezTo>
                </a:path>
              </a:pathLst>
            </a:custGeom>
            <a:solidFill>
              <a:srgbClr val="003B83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33" name="任意多边形: 形状 3032"/>
            <p:cNvSpPr/>
            <p:nvPr/>
          </p:nvSpPr>
          <p:spPr>
            <a:xfrm>
              <a:off x="5262145" y="5258085"/>
              <a:ext cx="94447" cy="159908"/>
            </a:xfrm>
            <a:custGeom>
              <a:avLst/>
              <a:gdLst>
                <a:gd name="connsiteX0" fmla="*/ 73705 w 73704"/>
                <a:gd name="connsiteY0" fmla="*/ 0 h 124788"/>
                <a:gd name="connsiteX1" fmla="*/ 0 w 73704"/>
                <a:gd name="connsiteY1" fmla="*/ 90858 h 124788"/>
                <a:gd name="connsiteX2" fmla="*/ 21678 w 73704"/>
                <a:gd name="connsiteY2" fmla="*/ 124789 h 124788"/>
                <a:gd name="connsiteX3" fmla="*/ 73705 w 73704"/>
                <a:gd name="connsiteY3" fmla="*/ 38266 h 124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04" h="124788">
                  <a:moveTo>
                    <a:pt x="73705" y="0"/>
                  </a:moveTo>
                  <a:cubicBezTo>
                    <a:pt x="39209" y="11875"/>
                    <a:pt x="20735" y="53723"/>
                    <a:pt x="0" y="90858"/>
                  </a:cubicBezTo>
                  <a:cubicBezTo>
                    <a:pt x="6786" y="103111"/>
                    <a:pt x="13761" y="114798"/>
                    <a:pt x="21678" y="124789"/>
                  </a:cubicBezTo>
                  <a:cubicBezTo>
                    <a:pt x="41282" y="100283"/>
                    <a:pt x="55420" y="65410"/>
                    <a:pt x="73705" y="38266"/>
                  </a:cubicBezTo>
                </a:path>
              </a:pathLst>
            </a:custGeom>
            <a:solidFill>
              <a:srgbClr val="003B83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34" name="任意多边形: 形状 3033"/>
            <p:cNvSpPr/>
            <p:nvPr/>
          </p:nvSpPr>
          <p:spPr>
            <a:xfrm>
              <a:off x="5332920" y="5438042"/>
              <a:ext cx="23672" cy="18599"/>
            </a:xfrm>
            <a:custGeom>
              <a:avLst/>
              <a:gdLst>
                <a:gd name="connsiteX0" fmla="*/ 18473 w 18473"/>
                <a:gd name="connsiteY0" fmla="*/ 0 h 14514"/>
                <a:gd name="connsiteX1" fmla="*/ 0 w 18473"/>
                <a:gd name="connsiteY1" fmla="*/ 10933 h 14514"/>
                <a:gd name="connsiteX2" fmla="*/ 14703 w 18473"/>
                <a:gd name="connsiteY2" fmla="*/ 14515 h 14514"/>
                <a:gd name="connsiteX3" fmla="*/ 18473 w 18473"/>
                <a:gd name="connsiteY3" fmla="*/ 14515 h 14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73" h="14514">
                  <a:moveTo>
                    <a:pt x="18473" y="0"/>
                  </a:moveTo>
                  <a:cubicBezTo>
                    <a:pt x="12818" y="4524"/>
                    <a:pt x="6786" y="8294"/>
                    <a:pt x="0" y="10933"/>
                  </a:cubicBezTo>
                  <a:cubicBezTo>
                    <a:pt x="4524" y="12630"/>
                    <a:pt x="9425" y="13949"/>
                    <a:pt x="14703" y="14515"/>
                  </a:cubicBezTo>
                  <a:lnTo>
                    <a:pt x="18473" y="14515"/>
                  </a:lnTo>
                </a:path>
              </a:pathLst>
            </a:custGeom>
            <a:solidFill>
              <a:srgbClr val="003B83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35" name="任意多边形: 形状 3034"/>
            <p:cNvSpPr/>
            <p:nvPr/>
          </p:nvSpPr>
          <p:spPr>
            <a:xfrm>
              <a:off x="4920347" y="5253978"/>
              <a:ext cx="52417" cy="51450"/>
            </a:xfrm>
            <a:custGeom>
              <a:avLst/>
              <a:gdLst>
                <a:gd name="connsiteX0" fmla="*/ 0 w 40905"/>
                <a:gd name="connsiteY0" fmla="*/ 40151 h 40150"/>
                <a:gd name="connsiteX1" fmla="*/ 40905 w 40905"/>
                <a:gd name="connsiteY1" fmla="*/ 3958 h 40150"/>
                <a:gd name="connsiteX2" fmla="*/ 19227 w 40905"/>
                <a:gd name="connsiteY2" fmla="*/ 0 h 40150"/>
                <a:gd name="connsiteX3" fmla="*/ 189 w 40905"/>
                <a:gd name="connsiteY3" fmla="*/ 3016 h 40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05" h="40150">
                  <a:moveTo>
                    <a:pt x="0" y="40151"/>
                  </a:moveTo>
                  <a:cubicBezTo>
                    <a:pt x="11310" y="23751"/>
                    <a:pt x="24129" y="10367"/>
                    <a:pt x="40905" y="3958"/>
                  </a:cubicBezTo>
                  <a:cubicBezTo>
                    <a:pt x="34308" y="1508"/>
                    <a:pt x="27144" y="0"/>
                    <a:pt x="19227" y="0"/>
                  </a:cubicBezTo>
                  <a:cubicBezTo>
                    <a:pt x="12441" y="0"/>
                    <a:pt x="6032" y="1131"/>
                    <a:pt x="189" y="3016"/>
                  </a:cubicBezTo>
                </a:path>
              </a:pathLst>
            </a:custGeom>
            <a:solidFill>
              <a:srgbClr val="003B83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36" name="任意多边形: 形状 3035"/>
            <p:cNvSpPr/>
            <p:nvPr/>
          </p:nvSpPr>
          <p:spPr>
            <a:xfrm>
              <a:off x="4920347" y="5293110"/>
              <a:ext cx="123192" cy="163532"/>
            </a:xfrm>
            <a:custGeom>
              <a:avLst/>
              <a:gdLst>
                <a:gd name="connsiteX0" fmla="*/ 0 w 96136"/>
                <a:gd name="connsiteY0" fmla="*/ 127616 h 127616"/>
                <a:gd name="connsiteX1" fmla="*/ 9237 w 96136"/>
                <a:gd name="connsiteY1" fmla="*/ 127616 h 127616"/>
                <a:gd name="connsiteX2" fmla="*/ 96136 w 96136"/>
                <a:gd name="connsiteY2" fmla="*/ 33931 h 127616"/>
                <a:gd name="connsiteX3" fmla="*/ 74270 w 96136"/>
                <a:gd name="connsiteY3" fmla="*/ 0 h 127616"/>
                <a:gd name="connsiteX4" fmla="*/ 0 w 96136"/>
                <a:gd name="connsiteY4" fmla="*/ 112347 h 127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136" h="127616">
                  <a:moveTo>
                    <a:pt x="0" y="127616"/>
                  </a:moveTo>
                  <a:lnTo>
                    <a:pt x="9237" y="127616"/>
                  </a:lnTo>
                  <a:cubicBezTo>
                    <a:pt x="52592" y="122904"/>
                    <a:pt x="72762" y="75589"/>
                    <a:pt x="96136" y="33931"/>
                  </a:cubicBezTo>
                  <a:cubicBezTo>
                    <a:pt x="89350" y="21678"/>
                    <a:pt x="82376" y="9991"/>
                    <a:pt x="74270" y="0"/>
                  </a:cubicBezTo>
                  <a:cubicBezTo>
                    <a:pt x="47503" y="33553"/>
                    <a:pt x="30914" y="86334"/>
                    <a:pt x="0" y="112347"/>
                  </a:cubicBezTo>
                </a:path>
              </a:pathLst>
            </a:custGeom>
            <a:solidFill>
              <a:srgbClr val="003B83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37" name="任意多边形: 形状 3036"/>
            <p:cNvSpPr/>
            <p:nvPr/>
          </p:nvSpPr>
          <p:spPr>
            <a:xfrm>
              <a:off x="5043539" y="5254220"/>
              <a:ext cx="71016" cy="38889"/>
            </a:xfrm>
            <a:custGeom>
              <a:avLst/>
              <a:gdLst>
                <a:gd name="connsiteX0" fmla="*/ 0 w 55419"/>
                <a:gd name="connsiteY0" fmla="*/ 9802 h 30348"/>
                <a:gd name="connsiteX1" fmla="*/ 21678 w 55419"/>
                <a:gd name="connsiteY1" fmla="*/ 30349 h 30348"/>
                <a:gd name="connsiteX2" fmla="*/ 55420 w 55419"/>
                <a:gd name="connsiteY2" fmla="*/ 3959 h 30348"/>
                <a:gd name="connsiteX3" fmla="*/ 33742 w 55419"/>
                <a:gd name="connsiteY3" fmla="*/ 0 h 30348"/>
                <a:gd name="connsiteX4" fmla="*/ 0 w 55419"/>
                <a:gd name="connsiteY4" fmla="*/ 9991 h 3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419" h="30348">
                  <a:moveTo>
                    <a:pt x="0" y="9802"/>
                  </a:moveTo>
                  <a:cubicBezTo>
                    <a:pt x="8106" y="15080"/>
                    <a:pt x="15269" y="22055"/>
                    <a:pt x="21678" y="30349"/>
                  </a:cubicBezTo>
                  <a:cubicBezTo>
                    <a:pt x="31291" y="18473"/>
                    <a:pt x="42036" y="8860"/>
                    <a:pt x="55420" y="3959"/>
                  </a:cubicBezTo>
                  <a:cubicBezTo>
                    <a:pt x="48822" y="1508"/>
                    <a:pt x="41659" y="0"/>
                    <a:pt x="33742" y="0"/>
                  </a:cubicBezTo>
                  <a:cubicBezTo>
                    <a:pt x="20735" y="0"/>
                    <a:pt x="9802" y="3770"/>
                    <a:pt x="0" y="9991"/>
                  </a:cubicBezTo>
                </a:path>
              </a:pathLst>
            </a:custGeom>
            <a:solidFill>
              <a:srgbClr val="003B83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38" name="任意多边形: 形状 3037"/>
            <p:cNvSpPr/>
            <p:nvPr/>
          </p:nvSpPr>
          <p:spPr>
            <a:xfrm>
              <a:off x="4944744" y="5253737"/>
              <a:ext cx="265225" cy="202422"/>
            </a:xfrm>
            <a:custGeom>
              <a:avLst/>
              <a:gdLst>
                <a:gd name="connsiteX0" fmla="*/ 192084 w 206975"/>
                <a:gd name="connsiteY0" fmla="*/ 154761 h 157965"/>
                <a:gd name="connsiteX1" fmla="*/ 98964 w 206975"/>
                <a:gd name="connsiteY1" fmla="*/ 30538 h 157965"/>
                <a:gd name="connsiteX2" fmla="*/ 77097 w 206975"/>
                <a:gd name="connsiteY2" fmla="*/ 9991 h 157965"/>
                <a:gd name="connsiteX3" fmla="*/ 43732 w 206975"/>
                <a:gd name="connsiteY3" fmla="*/ 0 h 157965"/>
                <a:gd name="connsiteX4" fmla="*/ 0 w 206975"/>
                <a:gd name="connsiteY4" fmla="*/ 0 h 157965"/>
                <a:gd name="connsiteX5" fmla="*/ 21866 w 206975"/>
                <a:gd name="connsiteY5" fmla="*/ 3959 h 157965"/>
                <a:gd name="connsiteX6" fmla="*/ 55231 w 206975"/>
                <a:gd name="connsiteY6" fmla="*/ 30349 h 157965"/>
                <a:gd name="connsiteX7" fmla="*/ 77097 w 206975"/>
                <a:gd name="connsiteY7" fmla="*/ 64279 h 157965"/>
                <a:gd name="connsiteX8" fmla="*/ 163243 w 206975"/>
                <a:gd name="connsiteY8" fmla="*/ 157965 h 157965"/>
                <a:gd name="connsiteX9" fmla="*/ 206976 w 206975"/>
                <a:gd name="connsiteY9" fmla="*/ 157965 h 157965"/>
                <a:gd name="connsiteX10" fmla="*/ 192273 w 206975"/>
                <a:gd name="connsiteY10" fmla="*/ 154384 h 157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975" h="157965">
                  <a:moveTo>
                    <a:pt x="192084" y="154761"/>
                  </a:moveTo>
                  <a:cubicBezTo>
                    <a:pt x="147786" y="137984"/>
                    <a:pt x="130632" y="70688"/>
                    <a:pt x="98964" y="30538"/>
                  </a:cubicBezTo>
                  <a:cubicBezTo>
                    <a:pt x="92366" y="22243"/>
                    <a:pt x="85203" y="15269"/>
                    <a:pt x="77097" y="9991"/>
                  </a:cubicBezTo>
                  <a:cubicBezTo>
                    <a:pt x="67484" y="3770"/>
                    <a:pt x="56739" y="0"/>
                    <a:pt x="43732" y="0"/>
                  </a:cubicBezTo>
                  <a:lnTo>
                    <a:pt x="0" y="0"/>
                  </a:lnTo>
                  <a:cubicBezTo>
                    <a:pt x="7917" y="0"/>
                    <a:pt x="15080" y="1320"/>
                    <a:pt x="21866" y="3959"/>
                  </a:cubicBezTo>
                  <a:cubicBezTo>
                    <a:pt x="35061" y="9048"/>
                    <a:pt x="45806" y="18473"/>
                    <a:pt x="55231" y="30349"/>
                  </a:cubicBezTo>
                  <a:cubicBezTo>
                    <a:pt x="63148" y="40340"/>
                    <a:pt x="70123" y="52027"/>
                    <a:pt x="77097" y="64279"/>
                  </a:cubicBezTo>
                  <a:cubicBezTo>
                    <a:pt x="100095" y="105939"/>
                    <a:pt x="120264" y="153441"/>
                    <a:pt x="163243" y="157965"/>
                  </a:cubicBezTo>
                  <a:lnTo>
                    <a:pt x="206976" y="157965"/>
                  </a:lnTo>
                  <a:cubicBezTo>
                    <a:pt x="201698" y="157400"/>
                    <a:pt x="196797" y="156269"/>
                    <a:pt x="192273" y="154384"/>
                  </a:cubicBezTo>
                </a:path>
              </a:pathLst>
            </a:custGeom>
            <a:solidFill>
              <a:srgbClr val="97A1C8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39" name="任意多边形: 形状 3038"/>
            <p:cNvSpPr/>
            <p:nvPr/>
          </p:nvSpPr>
          <p:spPr>
            <a:xfrm>
              <a:off x="5086777" y="5254220"/>
              <a:ext cx="264984" cy="202905"/>
            </a:xfrm>
            <a:custGeom>
              <a:avLst/>
              <a:gdLst>
                <a:gd name="connsiteX0" fmla="*/ 192084 w 206787"/>
                <a:gd name="connsiteY0" fmla="*/ 154384 h 158342"/>
                <a:gd name="connsiteX1" fmla="*/ 158719 w 206787"/>
                <a:gd name="connsiteY1" fmla="*/ 127993 h 158342"/>
                <a:gd name="connsiteX2" fmla="*/ 136853 w 206787"/>
                <a:gd name="connsiteY2" fmla="*/ 94063 h 158342"/>
                <a:gd name="connsiteX3" fmla="*/ 43733 w 206787"/>
                <a:gd name="connsiteY3" fmla="*/ 0 h 158342"/>
                <a:gd name="connsiteX4" fmla="*/ 0 w 206787"/>
                <a:gd name="connsiteY4" fmla="*/ 0 h 158342"/>
                <a:gd name="connsiteX5" fmla="*/ 21866 w 206787"/>
                <a:gd name="connsiteY5" fmla="*/ 3959 h 158342"/>
                <a:gd name="connsiteX6" fmla="*/ 114987 w 206787"/>
                <a:gd name="connsiteY6" fmla="*/ 128182 h 158342"/>
                <a:gd name="connsiteX7" fmla="*/ 136664 w 206787"/>
                <a:gd name="connsiteY7" fmla="*/ 148728 h 158342"/>
                <a:gd name="connsiteX8" fmla="*/ 163055 w 206787"/>
                <a:gd name="connsiteY8" fmla="*/ 158342 h 158342"/>
                <a:gd name="connsiteX9" fmla="*/ 206787 w 206787"/>
                <a:gd name="connsiteY9" fmla="*/ 158342 h 158342"/>
                <a:gd name="connsiteX10" fmla="*/ 192084 w 206787"/>
                <a:gd name="connsiteY10" fmla="*/ 154761 h 158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787" h="158342">
                  <a:moveTo>
                    <a:pt x="192084" y="154384"/>
                  </a:moveTo>
                  <a:cubicBezTo>
                    <a:pt x="178889" y="149294"/>
                    <a:pt x="168145" y="139869"/>
                    <a:pt x="158719" y="127993"/>
                  </a:cubicBezTo>
                  <a:cubicBezTo>
                    <a:pt x="150802" y="118002"/>
                    <a:pt x="143639" y="106315"/>
                    <a:pt x="136853" y="94063"/>
                  </a:cubicBezTo>
                  <a:cubicBezTo>
                    <a:pt x="112536" y="50142"/>
                    <a:pt x="91612" y="0"/>
                    <a:pt x="43733" y="0"/>
                  </a:cubicBezTo>
                  <a:lnTo>
                    <a:pt x="0" y="0"/>
                  </a:lnTo>
                  <a:cubicBezTo>
                    <a:pt x="7917" y="0"/>
                    <a:pt x="15080" y="1319"/>
                    <a:pt x="21866" y="3959"/>
                  </a:cubicBezTo>
                  <a:cubicBezTo>
                    <a:pt x="66165" y="20735"/>
                    <a:pt x="83318" y="88031"/>
                    <a:pt x="114987" y="128182"/>
                  </a:cubicBezTo>
                  <a:cubicBezTo>
                    <a:pt x="121584" y="136287"/>
                    <a:pt x="128559" y="143450"/>
                    <a:pt x="136664" y="148728"/>
                  </a:cubicBezTo>
                  <a:cubicBezTo>
                    <a:pt x="144393" y="153818"/>
                    <a:pt x="153064" y="157211"/>
                    <a:pt x="163055" y="158342"/>
                  </a:cubicBezTo>
                  <a:lnTo>
                    <a:pt x="206787" y="158342"/>
                  </a:lnTo>
                  <a:cubicBezTo>
                    <a:pt x="201509" y="157777"/>
                    <a:pt x="196608" y="156646"/>
                    <a:pt x="192084" y="154761"/>
                  </a:cubicBezTo>
                </a:path>
              </a:pathLst>
            </a:custGeom>
            <a:solidFill>
              <a:srgbClr val="97A1C8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40" name="任意多边形: 形状 3039"/>
            <p:cNvSpPr/>
            <p:nvPr/>
          </p:nvSpPr>
          <p:spPr>
            <a:xfrm>
              <a:off x="5626892" y="5417993"/>
              <a:ext cx="71016" cy="38648"/>
            </a:xfrm>
            <a:custGeom>
              <a:avLst/>
              <a:gdLst>
                <a:gd name="connsiteX0" fmla="*/ 33742 w 55419"/>
                <a:gd name="connsiteY0" fmla="*/ 0 h 30160"/>
                <a:gd name="connsiteX1" fmla="*/ 0 w 55419"/>
                <a:gd name="connsiteY1" fmla="*/ 26579 h 30160"/>
                <a:gd name="connsiteX2" fmla="*/ 14703 w 55419"/>
                <a:gd name="connsiteY2" fmla="*/ 30161 h 30160"/>
                <a:gd name="connsiteX3" fmla="*/ 28841 w 55419"/>
                <a:gd name="connsiteY3" fmla="*/ 30161 h 30160"/>
                <a:gd name="connsiteX4" fmla="*/ 55420 w 55419"/>
                <a:gd name="connsiteY4" fmla="*/ 20547 h 30160"/>
                <a:gd name="connsiteX5" fmla="*/ 33742 w 55419"/>
                <a:gd name="connsiteY5" fmla="*/ 0 h 30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419" h="30160">
                  <a:moveTo>
                    <a:pt x="33742" y="0"/>
                  </a:moveTo>
                  <a:cubicBezTo>
                    <a:pt x="24129" y="11876"/>
                    <a:pt x="13384" y="21489"/>
                    <a:pt x="0" y="26579"/>
                  </a:cubicBezTo>
                  <a:cubicBezTo>
                    <a:pt x="4524" y="28275"/>
                    <a:pt x="9614" y="29595"/>
                    <a:pt x="14703" y="30161"/>
                  </a:cubicBezTo>
                  <a:lnTo>
                    <a:pt x="28841" y="30161"/>
                  </a:lnTo>
                  <a:cubicBezTo>
                    <a:pt x="38832" y="29029"/>
                    <a:pt x="47503" y="25636"/>
                    <a:pt x="55420" y="20547"/>
                  </a:cubicBezTo>
                  <a:cubicBezTo>
                    <a:pt x="47314" y="15269"/>
                    <a:pt x="40151" y="8294"/>
                    <a:pt x="33742" y="0"/>
                  </a:cubicBezTo>
                </a:path>
              </a:pathLst>
            </a:custGeom>
            <a:solidFill>
              <a:srgbClr val="003B83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41" name="任意多边形: 形状 3040"/>
            <p:cNvSpPr/>
            <p:nvPr/>
          </p:nvSpPr>
          <p:spPr>
            <a:xfrm>
              <a:off x="5698390" y="5258085"/>
              <a:ext cx="94447" cy="159908"/>
            </a:xfrm>
            <a:custGeom>
              <a:avLst/>
              <a:gdLst>
                <a:gd name="connsiteX0" fmla="*/ 73705 w 73704"/>
                <a:gd name="connsiteY0" fmla="*/ 0 h 124788"/>
                <a:gd name="connsiteX1" fmla="*/ 0 w 73704"/>
                <a:gd name="connsiteY1" fmla="*/ 90858 h 124788"/>
                <a:gd name="connsiteX2" fmla="*/ 21678 w 73704"/>
                <a:gd name="connsiteY2" fmla="*/ 124789 h 124788"/>
                <a:gd name="connsiteX3" fmla="*/ 73705 w 73704"/>
                <a:gd name="connsiteY3" fmla="*/ 38266 h 124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04" h="124788">
                  <a:moveTo>
                    <a:pt x="73705" y="0"/>
                  </a:moveTo>
                  <a:cubicBezTo>
                    <a:pt x="39209" y="11875"/>
                    <a:pt x="20735" y="53723"/>
                    <a:pt x="0" y="90858"/>
                  </a:cubicBezTo>
                  <a:cubicBezTo>
                    <a:pt x="6786" y="103111"/>
                    <a:pt x="13761" y="114798"/>
                    <a:pt x="21678" y="124789"/>
                  </a:cubicBezTo>
                  <a:cubicBezTo>
                    <a:pt x="41282" y="100283"/>
                    <a:pt x="55420" y="65410"/>
                    <a:pt x="73705" y="38266"/>
                  </a:cubicBezTo>
                </a:path>
              </a:pathLst>
            </a:custGeom>
            <a:solidFill>
              <a:srgbClr val="003B83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42" name="任意多边形: 形状 3041"/>
            <p:cNvSpPr/>
            <p:nvPr/>
          </p:nvSpPr>
          <p:spPr>
            <a:xfrm>
              <a:off x="5769165" y="5438042"/>
              <a:ext cx="23672" cy="18599"/>
            </a:xfrm>
            <a:custGeom>
              <a:avLst/>
              <a:gdLst>
                <a:gd name="connsiteX0" fmla="*/ 18473 w 18473"/>
                <a:gd name="connsiteY0" fmla="*/ 0 h 14514"/>
                <a:gd name="connsiteX1" fmla="*/ 0 w 18473"/>
                <a:gd name="connsiteY1" fmla="*/ 10933 h 14514"/>
                <a:gd name="connsiteX2" fmla="*/ 14703 w 18473"/>
                <a:gd name="connsiteY2" fmla="*/ 14515 h 14514"/>
                <a:gd name="connsiteX3" fmla="*/ 18473 w 18473"/>
                <a:gd name="connsiteY3" fmla="*/ 14515 h 14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73" h="14514">
                  <a:moveTo>
                    <a:pt x="18473" y="0"/>
                  </a:moveTo>
                  <a:cubicBezTo>
                    <a:pt x="12818" y="4524"/>
                    <a:pt x="6786" y="8294"/>
                    <a:pt x="0" y="10933"/>
                  </a:cubicBezTo>
                  <a:cubicBezTo>
                    <a:pt x="4524" y="12630"/>
                    <a:pt x="9425" y="13949"/>
                    <a:pt x="14703" y="14515"/>
                  </a:cubicBezTo>
                  <a:lnTo>
                    <a:pt x="18473" y="14515"/>
                  </a:lnTo>
                </a:path>
              </a:pathLst>
            </a:custGeom>
            <a:solidFill>
              <a:srgbClr val="003B83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43" name="任意多边形: 形状 3042"/>
            <p:cNvSpPr/>
            <p:nvPr/>
          </p:nvSpPr>
          <p:spPr>
            <a:xfrm>
              <a:off x="5356592" y="5253978"/>
              <a:ext cx="52417" cy="51450"/>
            </a:xfrm>
            <a:custGeom>
              <a:avLst/>
              <a:gdLst>
                <a:gd name="connsiteX0" fmla="*/ 0 w 40905"/>
                <a:gd name="connsiteY0" fmla="*/ 40151 h 40150"/>
                <a:gd name="connsiteX1" fmla="*/ 40905 w 40905"/>
                <a:gd name="connsiteY1" fmla="*/ 3958 h 40150"/>
                <a:gd name="connsiteX2" fmla="*/ 19227 w 40905"/>
                <a:gd name="connsiteY2" fmla="*/ 0 h 40150"/>
                <a:gd name="connsiteX3" fmla="*/ 188 w 40905"/>
                <a:gd name="connsiteY3" fmla="*/ 3016 h 40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05" h="40150">
                  <a:moveTo>
                    <a:pt x="0" y="40151"/>
                  </a:moveTo>
                  <a:cubicBezTo>
                    <a:pt x="11310" y="23751"/>
                    <a:pt x="24128" y="10367"/>
                    <a:pt x="40905" y="3958"/>
                  </a:cubicBezTo>
                  <a:cubicBezTo>
                    <a:pt x="34307" y="1508"/>
                    <a:pt x="27144" y="0"/>
                    <a:pt x="19227" y="0"/>
                  </a:cubicBezTo>
                  <a:cubicBezTo>
                    <a:pt x="12253" y="0"/>
                    <a:pt x="6032" y="1131"/>
                    <a:pt x="188" y="3016"/>
                  </a:cubicBezTo>
                </a:path>
              </a:pathLst>
            </a:custGeom>
            <a:solidFill>
              <a:srgbClr val="003B83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44" name="任意多边形: 形状 3043"/>
            <p:cNvSpPr/>
            <p:nvPr/>
          </p:nvSpPr>
          <p:spPr>
            <a:xfrm>
              <a:off x="5356592" y="5293110"/>
              <a:ext cx="123192" cy="163532"/>
            </a:xfrm>
            <a:custGeom>
              <a:avLst/>
              <a:gdLst>
                <a:gd name="connsiteX0" fmla="*/ 0 w 96136"/>
                <a:gd name="connsiteY0" fmla="*/ 127616 h 127616"/>
                <a:gd name="connsiteX1" fmla="*/ 9236 w 96136"/>
                <a:gd name="connsiteY1" fmla="*/ 127616 h 127616"/>
                <a:gd name="connsiteX2" fmla="*/ 96136 w 96136"/>
                <a:gd name="connsiteY2" fmla="*/ 33931 h 127616"/>
                <a:gd name="connsiteX3" fmla="*/ 74270 w 96136"/>
                <a:gd name="connsiteY3" fmla="*/ 0 h 127616"/>
                <a:gd name="connsiteX4" fmla="*/ 0 w 96136"/>
                <a:gd name="connsiteY4" fmla="*/ 112347 h 127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136" h="127616">
                  <a:moveTo>
                    <a:pt x="0" y="127616"/>
                  </a:moveTo>
                  <a:lnTo>
                    <a:pt x="9236" y="127616"/>
                  </a:lnTo>
                  <a:cubicBezTo>
                    <a:pt x="52592" y="122904"/>
                    <a:pt x="72762" y="75589"/>
                    <a:pt x="96136" y="33931"/>
                  </a:cubicBezTo>
                  <a:cubicBezTo>
                    <a:pt x="89350" y="21678"/>
                    <a:pt x="82376" y="9991"/>
                    <a:pt x="74270" y="0"/>
                  </a:cubicBezTo>
                  <a:cubicBezTo>
                    <a:pt x="47502" y="33553"/>
                    <a:pt x="30914" y="86334"/>
                    <a:pt x="0" y="112347"/>
                  </a:cubicBezTo>
                </a:path>
              </a:pathLst>
            </a:custGeom>
            <a:solidFill>
              <a:srgbClr val="003B83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45" name="任意多边形: 形状 3044"/>
            <p:cNvSpPr/>
            <p:nvPr/>
          </p:nvSpPr>
          <p:spPr>
            <a:xfrm>
              <a:off x="5479785" y="5254220"/>
              <a:ext cx="71016" cy="38889"/>
            </a:xfrm>
            <a:custGeom>
              <a:avLst/>
              <a:gdLst>
                <a:gd name="connsiteX0" fmla="*/ 0 w 55419"/>
                <a:gd name="connsiteY0" fmla="*/ 9802 h 30348"/>
                <a:gd name="connsiteX1" fmla="*/ 21678 w 55419"/>
                <a:gd name="connsiteY1" fmla="*/ 30349 h 30348"/>
                <a:gd name="connsiteX2" fmla="*/ 55420 w 55419"/>
                <a:gd name="connsiteY2" fmla="*/ 3959 h 30348"/>
                <a:gd name="connsiteX3" fmla="*/ 33742 w 55419"/>
                <a:gd name="connsiteY3" fmla="*/ 0 h 30348"/>
                <a:gd name="connsiteX4" fmla="*/ 0 w 55419"/>
                <a:gd name="connsiteY4" fmla="*/ 9991 h 3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419" h="30348">
                  <a:moveTo>
                    <a:pt x="0" y="9802"/>
                  </a:moveTo>
                  <a:cubicBezTo>
                    <a:pt x="8106" y="15080"/>
                    <a:pt x="15269" y="22055"/>
                    <a:pt x="21678" y="30349"/>
                  </a:cubicBezTo>
                  <a:cubicBezTo>
                    <a:pt x="31291" y="18473"/>
                    <a:pt x="42036" y="8860"/>
                    <a:pt x="55420" y="3959"/>
                  </a:cubicBezTo>
                  <a:cubicBezTo>
                    <a:pt x="48822" y="1508"/>
                    <a:pt x="41659" y="0"/>
                    <a:pt x="33742" y="0"/>
                  </a:cubicBezTo>
                  <a:cubicBezTo>
                    <a:pt x="20735" y="0"/>
                    <a:pt x="9802" y="3770"/>
                    <a:pt x="0" y="9991"/>
                  </a:cubicBezTo>
                </a:path>
              </a:pathLst>
            </a:custGeom>
            <a:solidFill>
              <a:srgbClr val="003B83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46" name="任意多边形: 形状 3045"/>
            <p:cNvSpPr/>
            <p:nvPr/>
          </p:nvSpPr>
          <p:spPr>
            <a:xfrm>
              <a:off x="5380989" y="5253737"/>
              <a:ext cx="264984" cy="202422"/>
            </a:xfrm>
            <a:custGeom>
              <a:avLst/>
              <a:gdLst>
                <a:gd name="connsiteX0" fmla="*/ 192084 w 206787"/>
                <a:gd name="connsiteY0" fmla="*/ 154761 h 157965"/>
                <a:gd name="connsiteX1" fmla="*/ 98964 w 206787"/>
                <a:gd name="connsiteY1" fmla="*/ 30538 h 157965"/>
                <a:gd name="connsiteX2" fmla="*/ 77097 w 206787"/>
                <a:gd name="connsiteY2" fmla="*/ 9991 h 157965"/>
                <a:gd name="connsiteX3" fmla="*/ 43732 w 206787"/>
                <a:gd name="connsiteY3" fmla="*/ 0 h 157965"/>
                <a:gd name="connsiteX4" fmla="*/ 0 w 206787"/>
                <a:gd name="connsiteY4" fmla="*/ 0 h 157965"/>
                <a:gd name="connsiteX5" fmla="*/ 21678 w 206787"/>
                <a:gd name="connsiteY5" fmla="*/ 3959 h 157965"/>
                <a:gd name="connsiteX6" fmla="*/ 55043 w 206787"/>
                <a:gd name="connsiteY6" fmla="*/ 30349 h 157965"/>
                <a:gd name="connsiteX7" fmla="*/ 76909 w 206787"/>
                <a:gd name="connsiteY7" fmla="*/ 64279 h 157965"/>
                <a:gd name="connsiteX8" fmla="*/ 163055 w 206787"/>
                <a:gd name="connsiteY8" fmla="*/ 157965 h 157965"/>
                <a:gd name="connsiteX9" fmla="*/ 206787 w 206787"/>
                <a:gd name="connsiteY9" fmla="*/ 157965 h 157965"/>
                <a:gd name="connsiteX10" fmla="*/ 192084 w 206787"/>
                <a:gd name="connsiteY10" fmla="*/ 154384 h 157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787" h="157965">
                  <a:moveTo>
                    <a:pt x="192084" y="154761"/>
                  </a:moveTo>
                  <a:cubicBezTo>
                    <a:pt x="147786" y="137984"/>
                    <a:pt x="130632" y="70688"/>
                    <a:pt x="98964" y="30538"/>
                  </a:cubicBezTo>
                  <a:cubicBezTo>
                    <a:pt x="92366" y="22243"/>
                    <a:pt x="85392" y="15269"/>
                    <a:pt x="77097" y="9991"/>
                  </a:cubicBezTo>
                  <a:cubicBezTo>
                    <a:pt x="67484" y="3770"/>
                    <a:pt x="56739" y="0"/>
                    <a:pt x="43732" y="0"/>
                  </a:cubicBezTo>
                  <a:lnTo>
                    <a:pt x="0" y="0"/>
                  </a:lnTo>
                  <a:cubicBezTo>
                    <a:pt x="7917" y="0"/>
                    <a:pt x="15080" y="1320"/>
                    <a:pt x="21678" y="3959"/>
                  </a:cubicBezTo>
                  <a:cubicBezTo>
                    <a:pt x="34873" y="9048"/>
                    <a:pt x="45618" y="18473"/>
                    <a:pt x="55043" y="30349"/>
                  </a:cubicBezTo>
                  <a:cubicBezTo>
                    <a:pt x="62960" y="40340"/>
                    <a:pt x="69935" y="52027"/>
                    <a:pt x="76909" y="64279"/>
                  </a:cubicBezTo>
                  <a:cubicBezTo>
                    <a:pt x="99906" y="105939"/>
                    <a:pt x="120076" y="153441"/>
                    <a:pt x="163055" y="157965"/>
                  </a:cubicBezTo>
                  <a:lnTo>
                    <a:pt x="206787" y="157965"/>
                  </a:lnTo>
                  <a:cubicBezTo>
                    <a:pt x="201509" y="157400"/>
                    <a:pt x="196608" y="156269"/>
                    <a:pt x="192084" y="154384"/>
                  </a:cubicBezTo>
                </a:path>
              </a:pathLst>
            </a:custGeom>
            <a:solidFill>
              <a:srgbClr val="97A1C8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47" name="任意多边形: 形状 3046"/>
            <p:cNvSpPr/>
            <p:nvPr/>
          </p:nvSpPr>
          <p:spPr>
            <a:xfrm>
              <a:off x="5523024" y="5254220"/>
              <a:ext cx="264984" cy="202905"/>
            </a:xfrm>
            <a:custGeom>
              <a:avLst/>
              <a:gdLst>
                <a:gd name="connsiteX0" fmla="*/ 192084 w 206787"/>
                <a:gd name="connsiteY0" fmla="*/ 154384 h 158342"/>
                <a:gd name="connsiteX1" fmla="*/ 158719 w 206787"/>
                <a:gd name="connsiteY1" fmla="*/ 127993 h 158342"/>
                <a:gd name="connsiteX2" fmla="*/ 136853 w 206787"/>
                <a:gd name="connsiteY2" fmla="*/ 94063 h 158342"/>
                <a:gd name="connsiteX3" fmla="*/ 43732 w 206787"/>
                <a:gd name="connsiteY3" fmla="*/ 0 h 158342"/>
                <a:gd name="connsiteX4" fmla="*/ 0 w 206787"/>
                <a:gd name="connsiteY4" fmla="*/ 0 h 158342"/>
                <a:gd name="connsiteX5" fmla="*/ 21866 w 206787"/>
                <a:gd name="connsiteY5" fmla="*/ 3959 h 158342"/>
                <a:gd name="connsiteX6" fmla="*/ 114986 w 206787"/>
                <a:gd name="connsiteY6" fmla="*/ 128182 h 158342"/>
                <a:gd name="connsiteX7" fmla="*/ 136664 w 206787"/>
                <a:gd name="connsiteY7" fmla="*/ 148728 h 158342"/>
                <a:gd name="connsiteX8" fmla="*/ 163055 w 206787"/>
                <a:gd name="connsiteY8" fmla="*/ 158342 h 158342"/>
                <a:gd name="connsiteX9" fmla="*/ 206787 w 206787"/>
                <a:gd name="connsiteY9" fmla="*/ 158342 h 158342"/>
                <a:gd name="connsiteX10" fmla="*/ 192084 w 206787"/>
                <a:gd name="connsiteY10" fmla="*/ 154761 h 158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787" h="158342">
                  <a:moveTo>
                    <a:pt x="192084" y="154384"/>
                  </a:moveTo>
                  <a:cubicBezTo>
                    <a:pt x="178889" y="149294"/>
                    <a:pt x="168144" y="139869"/>
                    <a:pt x="158719" y="127993"/>
                  </a:cubicBezTo>
                  <a:cubicBezTo>
                    <a:pt x="150802" y="118002"/>
                    <a:pt x="143639" y="106315"/>
                    <a:pt x="136853" y="94063"/>
                  </a:cubicBezTo>
                  <a:cubicBezTo>
                    <a:pt x="112536" y="50142"/>
                    <a:pt x="91612" y="0"/>
                    <a:pt x="43732" y="0"/>
                  </a:cubicBezTo>
                  <a:lnTo>
                    <a:pt x="0" y="0"/>
                  </a:lnTo>
                  <a:cubicBezTo>
                    <a:pt x="7917" y="0"/>
                    <a:pt x="15080" y="1319"/>
                    <a:pt x="21866" y="3959"/>
                  </a:cubicBezTo>
                  <a:cubicBezTo>
                    <a:pt x="66164" y="20735"/>
                    <a:pt x="83318" y="88031"/>
                    <a:pt x="114986" y="128182"/>
                  </a:cubicBezTo>
                  <a:cubicBezTo>
                    <a:pt x="121584" y="136287"/>
                    <a:pt x="128559" y="143450"/>
                    <a:pt x="136664" y="148728"/>
                  </a:cubicBezTo>
                  <a:cubicBezTo>
                    <a:pt x="144393" y="153818"/>
                    <a:pt x="153064" y="157211"/>
                    <a:pt x="163055" y="158342"/>
                  </a:cubicBezTo>
                  <a:lnTo>
                    <a:pt x="206787" y="158342"/>
                  </a:lnTo>
                  <a:cubicBezTo>
                    <a:pt x="201509" y="157777"/>
                    <a:pt x="196608" y="156646"/>
                    <a:pt x="192084" y="154761"/>
                  </a:cubicBezTo>
                </a:path>
              </a:pathLst>
            </a:custGeom>
            <a:solidFill>
              <a:srgbClr val="97A1C8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48" name="任意多边形: 形状 3047"/>
            <p:cNvSpPr/>
            <p:nvPr/>
          </p:nvSpPr>
          <p:spPr>
            <a:xfrm>
              <a:off x="6063137" y="5417993"/>
              <a:ext cx="71016" cy="38648"/>
            </a:xfrm>
            <a:custGeom>
              <a:avLst/>
              <a:gdLst>
                <a:gd name="connsiteX0" fmla="*/ 33742 w 55419"/>
                <a:gd name="connsiteY0" fmla="*/ 0 h 30160"/>
                <a:gd name="connsiteX1" fmla="*/ 0 w 55419"/>
                <a:gd name="connsiteY1" fmla="*/ 26579 h 30160"/>
                <a:gd name="connsiteX2" fmla="*/ 14703 w 55419"/>
                <a:gd name="connsiteY2" fmla="*/ 30161 h 30160"/>
                <a:gd name="connsiteX3" fmla="*/ 28841 w 55419"/>
                <a:gd name="connsiteY3" fmla="*/ 30161 h 30160"/>
                <a:gd name="connsiteX4" fmla="*/ 55419 w 55419"/>
                <a:gd name="connsiteY4" fmla="*/ 20547 h 30160"/>
                <a:gd name="connsiteX5" fmla="*/ 33742 w 55419"/>
                <a:gd name="connsiteY5" fmla="*/ 0 h 30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419" h="30160">
                  <a:moveTo>
                    <a:pt x="33742" y="0"/>
                  </a:moveTo>
                  <a:cubicBezTo>
                    <a:pt x="24128" y="11876"/>
                    <a:pt x="13384" y="21489"/>
                    <a:pt x="0" y="26579"/>
                  </a:cubicBezTo>
                  <a:cubicBezTo>
                    <a:pt x="4524" y="28275"/>
                    <a:pt x="9614" y="29595"/>
                    <a:pt x="14703" y="30161"/>
                  </a:cubicBezTo>
                  <a:lnTo>
                    <a:pt x="28841" y="30161"/>
                  </a:lnTo>
                  <a:cubicBezTo>
                    <a:pt x="38831" y="29029"/>
                    <a:pt x="47502" y="25636"/>
                    <a:pt x="55419" y="20547"/>
                  </a:cubicBezTo>
                  <a:cubicBezTo>
                    <a:pt x="47314" y="15269"/>
                    <a:pt x="40151" y="8294"/>
                    <a:pt x="33742" y="0"/>
                  </a:cubicBezTo>
                </a:path>
              </a:pathLst>
            </a:custGeom>
            <a:solidFill>
              <a:srgbClr val="003B83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49" name="任意多边形: 形状 3048"/>
            <p:cNvSpPr/>
            <p:nvPr/>
          </p:nvSpPr>
          <p:spPr>
            <a:xfrm>
              <a:off x="6134637" y="5258085"/>
              <a:ext cx="94447" cy="159908"/>
            </a:xfrm>
            <a:custGeom>
              <a:avLst/>
              <a:gdLst>
                <a:gd name="connsiteX0" fmla="*/ 73705 w 73704"/>
                <a:gd name="connsiteY0" fmla="*/ 0 h 124788"/>
                <a:gd name="connsiteX1" fmla="*/ 0 w 73704"/>
                <a:gd name="connsiteY1" fmla="*/ 90858 h 124788"/>
                <a:gd name="connsiteX2" fmla="*/ 21678 w 73704"/>
                <a:gd name="connsiteY2" fmla="*/ 124789 h 124788"/>
                <a:gd name="connsiteX3" fmla="*/ 73705 w 73704"/>
                <a:gd name="connsiteY3" fmla="*/ 38266 h 124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04" h="124788">
                  <a:moveTo>
                    <a:pt x="73705" y="0"/>
                  </a:moveTo>
                  <a:cubicBezTo>
                    <a:pt x="39209" y="11875"/>
                    <a:pt x="20735" y="53723"/>
                    <a:pt x="0" y="90858"/>
                  </a:cubicBezTo>
                  <a:cubicBezTo>
                    <a:pt x="6786" y="103111"/>
                    <a:pt x="13761" y="114798"/>
                    <a:pt x="21678" y="124789"/>
                  </a:cubicBezTo>
                  <a:cubicBezTo>
                    <a:pt x="41282" y="100283"/>
                    <a:pt x="55420" y="65410"/>
                    <a:pt x="73705" y="38266"/>
                  </a:cubicBezTo>
                </a:path>
              </a:pathLst>
            </a:custGeom>
            <a:solidFill>
              <a:srgbClr val="003B83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50" name="任意多边形: 形状 3049"/>
            <p:cNvSpPr/>
            <p:nvPr/>
          </p:nvSpPr>
          <p:spPr>
            <a:xfrm>
              <a:off x="6205412" y="5438042"/>
              <a:ext cx="23672" cy="18599"/>
            </a:xfrm>
            <a:custGeom>
              <a:avLst/>
              <a:gdLst>
                <a:gd name="connsiteX0" fmla="*/ 18473 w 18473"/>
                <a:gd name="connsiteY0" fmla="*/ 0 h 14514"/>
                <a:gd name="connsiteX1" fmla="*/ 0 w 18473"/>
                <a:gd name="connsiteY1" fmla="*/ 10933 h 14514"/>
                <a:gd name="connsiteX2" fmla="*/ 14703 w 18473"/>
                <a:gd name="connsiteY2" fmla="*/ 14515 h 14514"/>
                <a:gd name="connsiteX3" fmla="*/ 18473 w 18473"/>
                <a:gd name="connsiteY3" fmla="*/ 14515 h 14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73" h="14514">
                  <a:moveTo>
                    <a:pt x="18473" y="0"/>
                  </a:moveTo>
                  <a:cubicBezTo>
                    <a:pt x="12818" y="4524"/>
                    <a:pt x="6786" y="8294"/>
                    <a:pt x="0" y="10933"/>
                  </a:cubicBezTo>
                  <a:cubicBezTo>
                    <a:pt x="4524" y="12630"/>
                    <a:pt x="9425" y="13949"/>
                    <a:pt x="14703" y="14515"/>
                  </a:cubicBezTo>
                  <a:lnTo>
                    <a:pt x="18473" y="14515"/>
                  </a:lnTo>
                </a:path>
              </a:pathLst>
            </a:custGeom>
            <a:solidFill>
              <a:srgbClr val="003B83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51" name="任意多边形: 形状 3050"/>
            <p:cNvSpPr/>
            <p:nvPr/>
          </p:nvSpPr>
          <p:spPr>
            <a:xfrm>
              <a:off x="5792839" y="5253978"/>
              <a:ext cx="52417" cy="51450"/>
            </a:xfrm>
            <a:custGeom>
              <a:avLst/>
              <a:gdLst>
                <a:gd name="connsiteX0" fmla="*/ 0 w 40905"/>
                <a:gd name="connsiteY0" fmla="*/ 40151 h 40150"/>
                <a:gd name="connsiteX1" fmla="*/ 40905 w 40905"/>
                <a:gd name="connsiteY1" fmla="*/ 3958 h 40150"/>
                <a:gd name="connsiteX2" fmla="*/ 19227 w 40905"/>
                <a:gd name="connsiteY2" fmla="*/ 0 h 40150"/>
                <a:gd name="connsiteX3" fmla="*/ 188 w 40905"/>
                <a:gd name="connsiteY3" fmla="*/ 3016 h 40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05" h="40150">
                  <a:moveTo>
                    <a:pt x="0" y="40151"/>
                  </a:moveTo>
                  <a:cubicBezTo>
                    <a:pt x="11310" y="23751"/>
                    <a:pt x="24128" y="10367"/>
                    <a:pt x="40905" y="3958"/>
                  </a:cubicBezTo>
                  <a:cubicBezTo>
                    <a:pt x="34307" y="1508"/>
                    <a:pt x="27144" y="0"/>
                    <a:pt x="19227" y="0"/>
                  </a:cubicBezTo>
                  <a:cubicBezTo>
                    <a:pt x="12253" y="0"/>
                    <a:pt x="6032" y="1131"/>
                    <a:pt x="188" y="3016"/>
                  </a:cubicBezTo>
                </a:path>
              </a:pathLst>
            </a:custGeom>
            <a:solidFill>
              <a:srgbClr val="003B83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52" name="任意多边形: 形状 3051"/>
            <p:cNvSpPr/>
            <p:nvPr/>
          </p:nvSpPr>
          <p:spPr>
            <a:xfrm>
              <a:off x="5792839" y="5293110"/>
              <a:ext cx="123192" cy="163532"/>
            </a:xfrm>
            <a:custGeom>
              <a:avLst/>
              <a:gdLst>
                <a:gd name="connsiteX0" fmla="*/ 0 w 96136"/>
                <a:gd name="connsiteY0" fmla="*/ 127616 h 127616"/>
                <a:gd name="connsiteX1" fmla="*/ 9236 w 96136"/>
                <a:gd name="connsiteY1" fmla="*/ 127616 h 127616"/>
                <a:gd name="connsiteX2" fmla="*/ 96136 w 96136"/>
                <a:gd name="connsiteY2" fmla="*/ 33931 h 127616"/>
                <a:gd name="connsiteX3" fmla="*/ 74270 w 96136"/>
                <a:gd name="connsiteY3" fmla="*/ 0 h 127616"/>
                <a:gd name="connsiteX4" fmla="*/ 0 w 96136"/>
                <a:gd name="connsiteY4" fmla="*/ 112347 h 127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136" h="127616">
                  <a:moveTo>
                    <a:pt x="0" y="127616"/>
                  </a:moveTo>
                  <a:lnTo>
                    <a:pt x="9236" y="127616"/>
                  </a:lnTo>
                  <a:cubicBezTo>
                    <a:pt x="52592" y="122904"/>
                    <a:pt x="72762" y="75589"/>
                    <a:pt x="96136" y="33931"/>
                  </a:cubicBezTo>
                  <a:cubicBezTo>
                    <a:pt x="89350" y="21678"/>
                    <a:pt x="82376" y="9991"/>
                    <a:pt x="74270" y="0"/>
                  </a:cubicBezTo>
                  <a:cubicBezTo>
                    <a:pt x="47502" y="33553"/>
                    <a:pt x="30914" y="86334"/>
                    <a:pt x="0" y="112347"/>
                  </a:cubicBezTo>
                </a:path>
              </a:pathLst>
            </a:custGeom>
            <a:solidFill>
              <a:srgbClr val="003B83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53" name="任意多边形: 形状 3052"/>
            <p:cNvSpPr/>
            <p:nvPr/>
          </p:nvSpPr>
          <p:spPr>
            <a:xfrm>
              <a:off x="5916031" y="5254220"/>
              <a:ext cx="71016" cy="38889"/>
            </a:xfrm>
            <a:custGeom>
              <a:avLst/>
              <a:gdLst>
                <a:gd name="connsiteX0" fmla="*/ 0 w 55419"/>
                <a:gd name="connsiteY0" fmla="*/ 9802 h 30348"/>
                <a:gd name="connsiteX1" fmla="*/ 21678 w 55419"/>
                <a:gd name="connsiteY1" fmla="*/ 30349 h 30348"/>
                <a:gd name="connsiteX2" fmla="*/ 55420 w 55419"/>
                <a:gd name="connsiteY2" fmla="*/ 3959 h 30348"/>
                <a:gd name="connsiteX3" fmla="*/ 33742 w 55419"/>
                <a:gd name="connsiteY3" fmla="*/ 0 h 30348"/>
                <a:gd name="connsiteX4" fmla="*/ 0 w 55419"/>
                <a:gd name="connsiteY4" fmla="*/ 9991 h 3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419" h="30348">
                  <a:moveTo>
                    <a:pt x="0" y="9802"/>
                  </a:moveTo>
                  <a:cubicBezTo>
                    <a:pt x="8106" y="15080"/>
                    <a:pt x="15269" y="22055"/>
                    <a:pt x="21678" y="30349"/>
                  </a:cubicBezTo>
                  <a:cubicBezTo>
                    <a:pt x="31291" y="18473"/>
                    <a:pt x="42036" y="8860"/>
                    <a:pt x="55420" y="3959"/>
                  </a:cubicBezTo>
                  <a:cubicBezTo>
                    <a:pt x="48822" y="1508"/>
                    <a:pt x="41659" y="0"/>
                    <a:pt x="33742" y="0"/>
                  </a:cubicBezTo>
                  <a:cubicBezTo>
                    <a:pt x="20735" y="0"/>
                    <a:pt x="9802" y="3770"/>
                    <a:pt x="0" y="9991"/>
                  </a:cubicBezTo>
                </a:path>
              </a:pathLst>
            </a:custGeom>
            <a:solidFill>
              <a:srgbClr val="003B83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54" name="任意多边形: 形状 3053"/>
            <p:cNvSpPr/>
            <p:nvPr/>
          </p:nvSpPr>
          <p:spPr>
            <a:xfrm>
              <a:off x="5817236" y="5253737"/>
              <a:ext cx="264984" cy="202422"/>
            </a:xfrm>
            <a:custGeom>
              <a:avLst/>
              <a:gdLst>
                <a:gd name="connsiteX0" fmla="*/ 192084 w 206787"/>
                <a:gd name="connsiteY0" fmla="*/ 154761 h 157965"/>
                <a:gd name="connsiteX1" fmla="*/ 98964 w 206787"/>
                <a:gd name="connsiteY1" fmla="*/ 30538 h 157965"/>
                <a:gd name="connsiteX2" fmla="*/ 77097 w 206787"/>
                <a:gd name="connsiteY2" fmla="*/ 9991 h 157965"/>
                <a:gd name="connsiteX3" fmla="*/ 43733 w 206787"/>
                <a:gd name="connsiteY3" fmla="*/ 0 h 157965"/>
                <a:gd name="connsiteX4" fmla="*/ 0 w 206787"/>
                <a:gd name="connsiteY4" fmla="*/ 0 h 157965"/>
                <a:gd name="connsiteX5" fmla="*/ 21678 w 206787"/>
                <a:gd name="connsiteY5" fmla="*/ 3959 h 157965"/>
                <a:gd name="connsiteX6" fmla="*/ 55043 w 206787"/>
                <a:gd name="connsiteY6" fmla="*/ 30349 h 157965"/>
                <a:gd name="connsiteX7" fmla="*/ 76909 w 206787"/>
                <a:gd name="connsiteY7" fmla="*/ 64279 h 157965"/>
                <a:gd name="connsiteX8" fmla="*/ 163055 w 206787"/>
                <a:gd name="connsiteY8" fmla="*/ 157965 h 157965"/>
                <a:gd name="connsiteX9" fmla="*/ 206787 w 206787"/>
                <a:gd name="connsiteY9" fmla="*/ 157965 h 157965"/>
                <a:gd name="connsiteX10" fmla="*/ 192084 w 206787"/>
                <a:gd name="connsiteY10" fmla="*/ 154384 h 157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787" h="157965">
                  <a:moveTo>
                    <a:pt x="192084" y="154761"/>
                  </a:moveTo>
                  <a:cubicBezTo>
                    <a:pt x="147786" y="137984"/>
                    <a:pt x="130632" y="70688"/>
                    <a:pt x="98964" y="30538"/>
                  </a:cubicBezTo>
                  <a:cubicBezTo>
                    <a:pt x="92366" y="22243"/>
                    <a:pt x="85392" y="15269"/>
                    <a:pt x="77097" y="9991"/>
                  </a:cubicBezTo>
                  <a:cubicBezTo>
                    <a:pt x="67484" y="3770"/>
                    <a:pt x="56739" y="0"/>
                    <a:pt x="43733" y="0"/>
                  </a:cubicBezTo>
                  <a:lnTo>
                    <a:pt x="0" y="0"/>
                  </a:lnTo>
                  <a:cubicBezTo>
                    <a:pt x="7917" y="0"/>
                    <a:pt x="15080" y="1320"/>
                    <a:pt x="21678" y="3959"/>
                  </a:cubicBezTo>
                  <a:cubicBezTo>
                    <a:pt x="34873" y="9048"/>
                    <a:pt x="45618" y="18473"/>
                    <a:pt x="55043" y="30349"/>
                  </a:cubicBezTo>
                  <a:cubicBezTo>
                    <a:pt x="62960" y="40340"/>
                    <a:pt x="70123" y="52027"/>
                    <a:pt x="76909" y="64279"/>
                  </a:cubicBezTo>
                  <a:cubicBezTo>
                    <a:pt x="99906" y="105939"/>
                    <a:pt x="120076" y="153441"/>
                    <a:pt x="163055" y="157965"/>
                  </a:cubicBezTo>
                  <a:lnTo>
                    <a:pt x="206787" y="157965"/>
                  </a:lnTo>
                  <a:cubicBezTo>
                    <a:pt x="201509" y="157400"/>
                    <a:pt x="196608" y="156269"/>
                    <a:pt x="192084" y="154384"/>
                  </a:cubicBezTo>
                </a:path>
              </a:pathLst>
            </a:custGeom>
            <a:solidFill>
              <a:srgbClr val="97A1C8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55" name="任意多边形: 形状 3054"/>
            <p:cNvSpPr/>
            <p:nvPr/>
          </p:nvSpPr>
          <p:spPr>
            <a:xfrm>
              <a:off x="5959269" y="5254220"/>
              <a:ext cx="264742" cy="202905"/>
            </a:xfrm>
            <a:custGeom>
              <a:avLst/>
              <a:gdLst>
                <a:gd name="connsiteX0" fmla="*/ 192084 w 206598"/>
                <a:gd name="connsiteY0" fmla="*/ 154384 h 158342"/>
                <a:gd name="connsiteX1" fmla="*/ 158719 w 206598"/>
                <a:gd name="connsiteY1" fmla="*/ 127993 h 158342"/>
                <a:gd name="connsiteX2" fmla="*/ 136853 w 206598"/>
                <a:gd name="connsiteY2" fmla="*/ 94063 h 158342"/>
                <a:gd name="connsiteX3" fmla="*/ 43732 w 206598"/>
                <a:gd name="connsiteY3" fmla="*/ 0 h 158342"/>
                <a:gd name="connsiteX4" fmla="*/ 0 w 206598"/>
                <a:gd name="connsiteY4" fmla="*/ 0 h 158342"/>
                <a:gd name="connsiteX5" fmla="*/ 21678 w 206598"/>
                <a:gd name="connsiteY5" fmla="*/ 3959 h 158342"/>
                <a:gd name="connsiteX6" fmla="*/ 114798 w 206598"/>
                <a:gd name="connsiteY6" fmla="*/ 128182 h 158342"/>
                <a:gd name="connsiteX7" fmla="*/ 136476 w 206598"/>
                <a:gd name="connsiteY7" fmla="*/ 148728 h 158342"/>
                <a:gd name="connsiteX8" fmla="*/ 162866 w 206598"/>
                <a:gd name="connsiteY8" fmla="*/ 158342 h 158342"/>
                <a:gd name="connsiteX9" fmla="*/ 206599 w 206598"/>
                <a:gd name="connsiteY9" fmla="*/ 158342 h 158342"/>
                <a:gd name="connsiteX10" fmla="*/ 191895 w 206598"/>
                <a:gd name="connsiteY10" fmla="*/ 154761 h 158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598" h="158342">
                  <a:moveTo>
                    <a:pt x="192084" y="154384"/>
                  </a:moveTo>
                  <a:cubicBezTo>
                    <a:pt x="178889" y="149294"/>
                    <a:pt x="168144" y="139869"/>
                    <a:pt x="158719" y="127993"/>
                  </a:cubicBezTo>
                  <a:cubicBezTo>
                    <a:pt x="150802" y="118002"/>
                    <a:pt x="143639" y="106315"/>
                    <a:pt x="136853" y="94063"/>
                  </a:cubicBezTo>
                  <a:cubicBezTo>
                    <a:pt x="112536" y="50142"/>
                    <a:pt x="91612" y="0"/>
                    <a:pt x="43732" y="0"/>
                  </a:cubicBezTo>
                  <a:lnTo>
                    <a:pt x="0" y="0"/>
                  </a:lnTo>
                  <a:cubicBezTo>
                    <a:pt x="7917" y="0"/>
                    <a:pt x="15080" y="1319"/>
                    <a:pt x="21678" y="3959"/>
                  </a:cubicBezTo>
                  <a:cubicBezTo>
                    <a:pt x="65976" y="20735"/>
                    <a:pt x="83130" y="88031"/>
                    <a:pt x="114798" y="128182"/>
                  </a:cubicBezTo>
                  <a:cubicBezTo>
                    <a:pt x="121396" y="136287"/>
                    <a:pt x="128370" y="143450"/>
                    <a:pt x="136476" y="148728"/>
                  </a:cubicBezTo>
                  <a:cubicBezTo>
                    <a:pt x="144204" y="153818"/>
                    <a:pt x="152876" y="157211"/>
                    <a:pt x="162866" y="158342"/>
                  </a:cubicBezTo>
                  <a:lnTo>
                    <a:pt x="206599" y="158342"/>
                  </a:lnTo>
                  <a:cubicBezTo>
                    <a:pt x="201321" y="157777"/>
                    <a:pt x="196420" y="156646"/>
                    <a:pt x="191895" y="154761"/>
                  </a:cubicBezTo>
                </a:path>
              </a:pathLst>
            </a:custGeom>
            <a:solidFill>
              <a:srgbClr val="97A1C8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56" name="任意多边形: 形状 3055"/>
            <p:cNvSpPr/>
            <p:nvPr/>
          </p:nvSpPr>
          <p:spPr>
            <a:xfrm>
              <a:off x="6229084" y="5253737"/>
              <a:ext cx="55074" cy="55557"/>
            </a:xfrm>
            <a:custGeom>
              <a:avLst/>
              <a:gdLst>
                <a:gd name="connsiteX0" fmla="*/ 0 w 42978"/>
                <a:gd name="connsiteY0" fmla="*/ 43356 h 43355"/>
                <a:gd name="connsiteX1" fmla="*/ 42979 w 42978"/>
                <a:gd name="connsiteY1" fmla="*/ 3959 h 43355"/>
                <a:gd name="connsiteX2" fmla="*/ 21301 w 42978"/>
                <a:gd name="connsiteY2" fmla="*/ 0 h 43355"/>
                <a:gd name="connsiteX3" fmla="*/ 0 w 42978"/>
                <a:gd name="connsiteY3" fmla="*/ 3582 h 4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78" h="43355">
                  <a:moveTo>
                    <a:pt x="0" y="43356"/>
                  </a:moveTo>
                  <a:cubicBezTo>
                    <a:pt x="11687" y="25448"/>
                    <a:pt x="25259" y="10745"/>
                    <a:pt x="42979" y="3959"/>
                  </a:cubicBezTo>
                  <a:cubicBezTo>
                    <a:pt x="36381" y="1508"/>
                    <a:pt x="29218" y="0"/>
                    <a:pt x="21301" y="0"/>
                  </a:cubicBezTo>
                  <a:cubicBezTo>
                    <a:pt x="13384" y="0"/>
                    <a:pt x="6598" y="1320"/>
                    <a:pt x="0" y="3582"/>
                  </a:cubicBezTo>
                </a:path>
              </a:pathLst>
            </a:custGeom>
            <a:solidFill>
              <a:srgbClr val="003B83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57" name="任意多边形: 形状 3056"/>
            <p:cNvSpPr/>
            <p:nvPr/>
          </p:nvSpPr>
          <p:spPr>
            <a:xfrm>
              <a:off x="6355176" y="5253978"/>
              <a:ext cx="71016" cy="38889"/>
            </a:xfrm>
            <a:custGeom>
              <a:avLst/>
              <a:gdLst>
                <a:gd name="connsiteX0" fmla="*/ 21678 w 55419"/>
                <a:gd name="connsiteY0" fmla="*/ 30349 h 30348"/>
                <a:gd name="connsiteX1" fmla="*/ 55420 w 55419"/>
                <a:gd name="connsiteY1" fmla="*/ 3958 h 30348"/>
                <a:gd name="connsiteX2" fmla="*/ 33742 w 55419"/>
                <a:gd name="connsiteY2" fmla="*/ 0 h 30348"/>
                <a:gd name="connsiteX3" fmla="*/ 0 w 55419"/>
                <a:gd name="connsiteY3" fmla="*/ 9991 h 30348"/>
                <a:gd name="connsiteX4" fmla="*/ 21866 w 55419"/>
                <a:gd name="connsiteY4" fmla="*/ 30349 h 3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419" h="30348">
                  <a:moveTo>
                    <a:pt x="21678" y="30349"/>
                  </a:moveTo>
                  <a:cubicBezTo>
                    <a:pt x="31291" y="18473"/>
                    <a:pt x="42036" y="8860"/>
                    <a:pt x="55420" y="3958"/>
                  </a:cubicBezTo>
                  <a:cubicBezTo>
                    <a:pt x="48822" y="1508"/>
                    <a:pt x="41659" y="0"/>
                    <a:pt x="33742" y="0"/>
                  </a:cubicBezTo>
                  <a:cubicBezTo>
                    <a:pt x="20735" y="0"/>
                    <a:pt x="9802" y="3770"/>
                    <a:pt x="0" y="9991"/>
                  </a:cubicBezTo>
                  <a:cubicBezTo>
                    <a:pt x="8105" y="15269"/>
                    <a:pt x="15269" y="22243"/>
                    <a:pt x="21866" y="30349"/>
                  </a:cubicBezTo>
                </a:path>
              </a:pathLst>
            </a:custGeom>
            <a:solidFill>
              <a:srgbClr val="003B83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58" name="任意多边形: 形状 3057"/>
            <p:cNvSpPr/>
            <p:nvPr/>
          </p:nvSpPr>
          <p:spPr>
            <a:xfrm>
              <a:off x="6229084" y="5293110"/>
              <a:ext cx="125608" cy="163532"/>
            </a:xfrm>
            <a:custGeom>
              <a:avLst/>
              <a:gdLst>
                <a:gd name="connsiteX0" fmla="*/ 0 w 98021"/>
                <a:gd name="connsiteY0" fmla="*/ 127616 h 127616"/>
                <a:gd name="connsiteX1" fmla="*/ 11310 w 98021"/>
                <a:gd name="connsiteY1" fmla="*/ 127616 h 127616"/>
                <a:gd name="connsiteX2" fmla="*/ 98021 w 98021"/>
                <a:gd name="connsiteY2" fmla="*/ 33931 h 127616"/>
                <a:gd name="connsiteX3" fmla="*/ 76344 w 98021"/>
                <a:gd name="connsiteY3" fmla="*/ 0 h 127616"/>
                <a:gd name="connsiteX4" fmla="*/ 0 w 98021"/>
                <a:gd name="connsiteY4" fmla="*/ 114044 h 127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021" h="127616">
                  <a:moveTo>
                    <a:pt x="0" y="127616"/>
                  </a:moveTo>
                  <a:lnTo>
                    <a:pt x="11310" y="127616"/>
                  </a:lnTo>
                  <a:cubicBezTo>
                    <a:pt x="54666" y="122904"/>
                    <a:pt x="74836" y="75589"/>
                    <a:pt x="98021" y="33931"/>
                  </a:cubicBezTo>
                  <a:cubicBezTo>
                    <a:pt x="91235" y="21678"/>
                    <a:pt x="84261" y="9991"/>
                    <a:pt x="76344" y="0"/>
                  </a:cubicBezTo>
                  <a:cubicBezTo>
                    <a:pt x="48822" y="34307"/>
                    <a:pt x="32234" y="88785"/>
                    <a:pt x="0" y="114044"/>
                  </a:cubicBezTo>
                </a:path>
              </a:pathLst>
            </a:custGeom>
            <a:solidFill>
              <a:srgbClr val="003B83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59" name="任意多边形: 形状 3058"/>
            <p:cNvSpPr/>
            <p:nvPr/>
          </p:nvSpPr>
          <p:spPr>
            <a:xfrm>
              <a:off x="6256139" y="5253737"/>
              <a:ext cx="264742" cy="202422"/>
            </a:xfrm>
            <a:custGeom>
              <a:avLst/>
              <a:gdLst>
                <a:gd name="connsiteX0" fmla="*/ 192084 w 206598"/>
                <a:gd name="connsiteY0" fmla="*/ 154761 h 157965"/>
                <a:gd name="connsiteX1" fmla="*/ 98964 w 206598"/>
                <a:gd name="connsiteY1" fmla="*/ 30538 h 157965"/>
                <a:gd name="connsiteX2" fmla="*/ 77097 w 206598"/>
                <a:gd name="connsiteY2" fmla="*/ 9991 h 157965"/>
                <a:gd name="connsiteX3" fmla="*/ 43733 w 206598"/>
                <a:gd name="connsiteY3" fmla="*/ 0 h 157965"/>
                <a:gd name="connsiteX4" fmla="*/ 0 w 206598"/>
                <a:gd name="connsiteY4" fmla="*/ 0 h 157965"/>
                <a:gd name="connsiteX5" fmla="*/ 21678 w 206598"/>
                <a:gd name="connsiteY5" fmla="*/ 3959 h 157965"/>
                <a:gd name="connsiteX6" fmla="*/ 55043 w 206598"/>
                <a:gd name="connsiteY6" fmla="*/ 30349 h 157965"/>
                <a:gd name="connsiteX7" fmla="*/ 76721 w 206598"/>
                <a:gd name="connsiteY7" fmla="*/ 64279 h 157965"/>
                <a:gd name="connsiteX8" fmla="*/ 162866 w 206598"/>
                <a:gd name="connsiteY8" fmla="*/ 157965 h 157965"/>
                <a:gd name="connsiteX9" fmla="*/ 206599 w 206598"/>
                <a:gd name="connsiteY9" fmla="*/ 157965 h 157965"/>
                <a:gd name="connsiteX10" fmla="*/ 191896 w 206598"/>
                <a:gd name="connsiteY10" fmla="*/ 154384 h 157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598" h="157965">
                  <a:moveTo>
                    <a:pt x="192084" y="154761"/>
                  </a:moveTo>
                  <a:cubicBezTo>
                    <a:pt x="147786" y="137984"/>
                    <a:pt x="130632" y="70688"/>
                    <a:pt x="98964" y="30538"/>
                  </a:cubicBezTo>
                  <a:cubicBezTo>
                    <a:pt x="92366" y="22243"/>
                    <a:pt x="85203" y="15269"/>
                    <a:pt x="77097" y="9991"/>
                  </a:cubicBezTo>
                  <a:cubicBezTo>
                    <a:pt x="67484" y="3770"/>
                    <a:pt x="56739" y="0"/>
                    <a:pt x="43733" y="0"/>
                  </a:cubicBezTo>
                  <a:lnTo>
                    <a:pt x="0" y="0"/>
                  </a:lnTo>
                  <a:cubicBezTo>
                    <a:pt x="7917" y="0"/>
                    <a:pt x="15080" y="1320"/>
                    <a:pt x="21678" y="3959"/>
                  </a:cubicBezTo>
                  <a:cubicBezTo>
                    <a:pt x="34873" y="9048"/>
                    <a:pt x="45618" y="18473"/>
                    <a:pt x="55043" y="30349"/>
                  </a:cubicBezTo>
                  <a:cubicBezTo>
                    <a:pt x="62960" y="40340"/>
                    <a:pt x="70123" y="52027"/>
                    <a:pt x="76721" y="64279"/>
                  </a:cubicBezTo>
                  <a:cubicBezTo>
                    <a:pt x="99906" y="105939"/>
                    <a:pt x="119888" y="153441"/>
                    <a:pt x="162866" y="157965"/>
                  </a:cubicBezTo>
                  <a:lnTo>
                    <a:pt x="206599" y="157965"/>
                  </a:lnTo>
                  <a:cubicBezTo>
                    <a:pt x="201321" y="157400"/>
                    <a:pt x="196420" y="156269"/>
                    <a:pt x="191896" y="154384"/>
                  </a:cubicBezTo>
                </a:path>
              </a:pathLst>
            </a:custGeom>
            <a:solidFill>
              <a:srgbClr val="97A1C8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060" name="任意多边形: 形状 3059"/>
            <p:cNvSpPr/>
            <p:nvPr/>
          </p:nvSpPr>
          <p:spPr>
            <a:xfrm>
              <a:off x="6398172" y="5254220"/>
              <a:ext cx="122950" cy="47102"/>
            </a:xfrm>
            <a:custGeom>
              <a:avLst/>
              <a:gdLst>
                <a:gd name="connsiteX0" fmla="*/ 95948 w 95947"/>
                <a:gd name="connsiteY0" fmla="*/ 26767 h 36757"/>
                <a:gd name="connsiteX1" fmla="*/ 43732 w 95947"/>
                <a:gd name="connsiteY1" fmla="*/ 0 h 36757"/>
                <a:gd name="connsiteX2" fmla="*/ 0 w 95947"/>
                <a:gd name="connsiteY2" fmla="*/ 0 h 36757"/>
                <a:gd name="connsiteX3" fmla="*/ 21678 w 95947"/>
                <a:gd name="connsiteY3" fmla="*/ 3959 h 36757"/>
                <a:gd name="connsiteX4" fmla="*/ 59755 w 95947"/>
                <a:gd name="connsiteY4" fmla="*/ 36758 h 36757"/>
                <a:gd name="connsiteX5" fmla="*/ 95759 w 95947"/>
                <a:gd name="connsiteY5" fmla="*/ 28275 h 36757"/>
                <a:gd name="connsiteX6" fmla="*/ 95759 w 95947"/>
                <a:gd name="connsiteY6" fmla="*/ 26956 h 36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947" h="36757">
                  <a:moveTo>
                    <a:pt x="95948" y="26767"/>
                  </a:moveTo>
                  <a:cubicBezTo>
                    <a:pt x="82187" y="10744"/>
                    <a:pt x="65976" y="0"/>
                    <a:pt x="43732" y="0"/>
                  </a:cubicBezTo>
                  <a:lnTo>
                    <a:pt x="0" y="0"/>
                  </a:lnTo>
                  <a:cubicBezTo>
                    <a:pt x="7917" y="0"/>
                    <a:pt x="15080" y="1319"/>
                    <a:pt x="21678" y="3959"/>
                  </a:cubicBezTo>
                  <a:cubicBezTo>
                    <a:pt x="37135" y="9802"/>
                    <a:pt x="49199" y="21866"/>
                    <a:pt x="59755" y="36758"/>
                  </a:cubicBezTo>
                  <a:cubicBezTo>
                    <a:pt x="71819" y="32045"/>
                    <a:pt x="83695" y="29406"/>
                    <a:pt x="95759" y="28275"/>
                  </a:cubicBezTo>
                  <a:lnTo>
                    <a:pt x="95759" y="26956"/>
                  </a:lnTo>
                  <a:close/>
                </a:path>
              </a:pathLst>
            </a:custGeom>
            <a:solidFill>
              <a:srgbClr val="97A1C8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130" name="TCF_comp"/>
            <p:cNvSpPr/>
            <p:nvPr/>
          </p:nvSpPr>
          <p:spPr>
            <a:xfrm>
              <a:off x="5356592" y="5058803"/>
              <a:ext cx="495185" cy="242036"/>
            </a:xfrm>
            <a:custGeom>
              <a:avLst/>
              <a:gdLst>
                <a:gd name="connsiteX0" fmla="*/ 193215 w 386430"/>
                <a:gd name="connsiteY0" fmla="*/ 188879 h 188879"/>
                <a:gd name="connsiteX1" fmla="*/ 0 w 386430"/>
                <a:gd name="connsiteY1" fmla="*/ 94440 h 188879"/>
                <a:gd name="connsiteX2" fmla="*/ 193215 w 386430"/>
                <a:gd name="connsiteY2" fmla="*/ 0 h 188879"/>
                <a:gd name="connsiteX3" fmla="*/ 386430 w 386430"/>
                <a:gd name="connsiteY3" fmla="*/ 94440 h 188879"/>
                <a:gd name="connsiteX4" fmla="*/ 193215 w 386430"/>
                <a:gd name="connsiteY4" fmla="*/ 188879 h 188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430" h="188879">
                  <a:moveTo>
                    <a:pt x="193215" y="188879"/>
                  </a:moveTo>
                  <a:cubicBezTo>
                    <a:pt x="86334" y="188879"/>
                    <a:pt x="0" y="146655"/>
                    <a:pt x="0" y="94440"/>
                  </a:cubicBezTo>
                  <a:cubicBezTo>
                    <a:pt x="0" y="42224"/>
                    <a:pt x="86334" y="0"/>
                    <a:pt x="193215" y="0"/>
                  </a:cubicBezTo>
                  <a:cubicBezTo>
                    <a:pt x="300096" y="0"/>
                    <a:pt x="386430" y="42224"/>
                    <a:pt x="386430" y="94440"/>
                  </a:cubicBezTo>
                  <a:cubicBezTo>
                    <a:pt x="386430" y="146655"/>
                    <a:pt x="300096" y="188879"/>
                    <a:pt x="193215" y="188879"/>
                  </a:cubicBezTo>
                  <a:close/>
                </a:path>
              </a:pathLst>
            </a:custGeom>
            <a:solidFill>
              <a:srgbClr val="C873A5"/>
            </a:solidFill>
            <a:ln w="4711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131" name="TCF_name"/>
            <p:cNvSpPr txBox="1"/>
            <p:nvPr/>
          </p:nvSpPr>
          <p:spPr>
            <a:xfrm>
              <a:off x="5380106" y="5046995"/>
              <a:ext cx="484428" cy="2771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1" dirty="0">
                  <a:solidFill>
                    <a:srgbClr val="231815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rPr>
                <a:t>TCF</a:t>
              </a:r>
            </a:p>
          </p:txBody>
        </p:sp>
        <p:sp>
          <p:nvSpPr>
            <p:cNvPr id="3132" name="任意多边形: 形状 3131"/>
            <p:cNvSpPr/>
            <p:nvPr/>
          </p:nvSpPr>
          <p:spPr>
            <a:xfrm>
              <a:off x="6015068" y="5096969"/>
              <a:ext cx="145415" cy="158941"/>
            </a:xfrm>
            <a:custGeom>
              <a:avLst/>
              <a:gdLst>
                <a:gd name="connsiteX0" fmla="*/ 0 w 113478"/>
                <a:gd name="connsiteY0" fmla="*/ 124034 h 124034"/>
                <a:gd name="connsiteX1" fmla="*/ 0 w 113478"/>
                <a:gd name="connsiteY1" fmla="*/ 0 h 124034"/>
                <a:gd name="connsiteX2" fmla="*/ 113479 w 113478"/>
                <a:gd name="connsiteY2" fmla="*/ 0 h 124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478" h="124034">
                  <a:moveTo>
                    <a:pt x="0" y="124034"/>
                  </a:moveTo>
                  <a:lnTo>
                    <a:pt x="0" y="0"/>
                  </a:lnTo>
                  <a:lnTo>
                    <a:pt x="113479" y="0"/>
                  </a:lnTo>
                </a:path>
              </a:pathLst>
            </a:custGeom>
            <a:noFill/>
            <a:ln w="18845" cap="flat">
              <a:solidFill>
                <a:srgbClr val="43505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133" name="任意多边形: 形状 3132"/>
            <p:cNvSpPr/>
            <p:nvPr/>
          </p:nvSpPr>
          <p:spPr>
            <a:xfrm>
              <a:off x="6126424" y="5052282"/>
              <a:ext cx="106041" cy="89374"/>
            </a:xfrm>
            <a:custGeom>
              <a:avLst/>
              <a:gdLst>
                <a:gd name="connsiteX0" fmla="*/ 0 w 82752"/>
                <a:gd name="connsiteY0" fmla="*/ 69746 h 69745"/>
                <a:gd name="connsiteX1" fmla="*/ 14892 w 82752"/>
                <a:gd name="connsiteY1" fmla="*/ 34873 h 69745"/>
                <a:gd name="connsiteX2" fmla="*/ 0 w 82752"/>
                <a:gd name="connsiteY2" fmla="*/ 0 h 69745"/>
                <a:gd name="connsiteX3" fmla="*/ 82753 w 82752"/>
                <a:gd name="connsiteY3" fmla="*/ 34873 h 69745"/>
                <a:gd name="connsiteX4" fmla="*/ 0 w 82752"/>
                <a:gd name="connsiteY4" fmla="*/ 69746 h 69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52" h="69745">
                  <a:moveTo>
                    <a:pt x="0" y="69746"/>
                  </a:moveTo>
                  <a:lnTo>
                    <a:pt x="14892" y="34873"/>
                  </a:lnTo>
                  <a:lnTo>
                    <a:pt x="0" y="0"/>
                  </a:lnTo>
                  <a:lnTo>
                    <a:pt x="82753" y="34873"/>
                  </a:lnTo>
                  <a:lnTo>
                    <a:pt x="0" y="69746"/>
                  </a:lnTo>
                  <a:close/>
                </a:path>
              </a:pathLst>
            </a:custGeom>
            <a:solidFill>
              <a:srgbClr val="435057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137" name="任意多边形: 形状 3136"/>
            <p:cNvSpPr/>
            <p:nvPr/>
          </p:nvSpPr>
          <p:spPr>
            <a:xfrm>
              <a:off x="5587759" y="1957495"/>
              <a:ext cx="24155" cy="172227"/>
            </a:xfrm>
            <a:custGeom>
              <a:avLst/>
              <a:gdLst>
                <a:gd name="connsiteX0" fmla="*/ 0 w 18850"/>
                <a:gd name="connsiteY0" fmla="*/ 0 h 134402"/>
                <a:gd name="connsiteX1" fmla="*/ 0 w 18850"/>
                <a:gd name="connsiteY1" fmla="*/ 134402 h 134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850" h="134402">
                  <a:moveTo>
                    <a:pt x="0" y="0"/>
                  </a:moveTo>
                  <a:lnTo>
                    <a:pt x="0" y="134402"/>
                  </a:lnTo>
                </a:path>
              </a:pathLst>
            </a:custGeom>
            <a:ln w="18845" cap="flat">
              <a:solidFill>
                <a:srgbClr val="43505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138" name="任意多边形: 形状 3137"/>
            <p:cNvSpPr/>
            <p:nvPr/>
          </p:nvSpPr>
          <p:spPr>
            <a:xfrm>
              <a:off x="5509255" y="2117888"/>
              <a:ext cx="157009" cy="24155"/>
            </a:xfrm>
            <a:custGeom>
              <a:avLst/>
              <a:gdLst>
                <a:gd name="connsiteX0" fmla="*/ 0 w 122526"/>
                <a:gd name="connsiteY0" fmla="*/ 0 h 18850"/>
                <a:gd name="connsiteX1" fmla="*/ 122527 w 122526"/>
                <a:gd name="connsiteY1" fmla="*/ 0 h 18850"/>
                <a:gd name="connsiteX2" fmla="*/ 122527 w 122526"/>
                <a:gd name="connsiteY2" fmla="*/ 18850 h 18850"/>
                <a:gd name="connsiteX3" fmla="*/ 0 w 122526"/>
                <a:gd name="connsiteY3" fmla="*/ 18850 h 18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526" h="18850">
                  <a:moveTo>
                    <a:pt x="0" y="0"/>
                  </a:moveTo>
                  <a:lnTo>
                    <a:pt x="122527" y="0"/>
                  </a:lnTo>
                  <a:lnTo>
                    <a:pt x="122527" y="18850"/>
                  </a:lnTo>
                  <a:lnTo>
                    <a:pt x="0" y="18850"/>
                  </a:lnTo>
                  <a:close/>
                </a:path>
              </a:pathLst>
            </a:custGeom>
            <a:solidFill>
              <a:srgbClr val="435057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201"/>
            </a:p>
          </p:txBody>
        </p:sp>
        <p:sp>
          <p:nvSpPr>
            <p:cNvPr id="3139" name="任意多边形: 形状 3138"/>
            <p:cNvSpPr/>
            <p:nvPr/>
          </p:nvSpPr>
          <p:spPr>
            <a:xfrm>
              <a:off x="5587759" y="2861148"/>
              <a:ext cx="24155" cy="381654"/>
            </a:xfrm>
            <a:custGeom>
              <a:avLst/>
              <a:gdLst>
                <a:gd name="connsiteX0" fmla="*/ 0 w 18850"/>
                <a:gd name="connsiteY0" fmla="*/ 0 h 297833"/>
                <a:gd name="connsiteX1" fmla="*/ 0 w 18850"/>
                <a:gd name="connsiteY1" fmla="*/ 297834 h 29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850" h="297833">
                  <a:moveTo>
                    <a:pt x="0" y="0"/>
                  </a:moveTo>
                  <a:lnTo>
                    <a:pt x="0" y="297834"/>
                  </a:lnTo>
                </a:path>
              </a:pathLst>
            </a:custGeom>
            <a:ln w="18845" cap="flat">
              <a:solidFill>
                <a:srgbClr val="43505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140" name="任意多边形: 形状 3139"/>
            <p:cNvSpPr/>
            <p:nvPr/>
          </p:nvSpPr>
          <p:spPr>
            <a:xfrm>
              <a:off x="5543072" y="3208986"/>
              <a:ext cx="89374" cy="105800"/>
            </a:xfrm>
            <a:custGeom>
              <a:avLst/>
              <a:gdLst>
                <a:gd name="connsiteX0" fmla="*/ 0 w 69745"/>
                <a:gd name="connsiteY0" fmla="*/ 0 h 82564"/>
                <a:gd name="connsiteX1" fmla="*/ 34873 w 69745"/>
                <a:gd name="connsiteY1" fmla="*/ 14703 h 82564"/>
                <a:gd name="connsiteX2" fmla="*/ 69746 w 69745"/>
                <a:gd name="connsiteY2" fmla="*/ 0 h 82564"/>
                <a:gd name="connsiteX3" fmla="*/ 34873 w 69745"/>
                <a:gd name="connsiteY3" fmla="*/ 82564 h 82564"/>
                <a:gd name="connsiteX4" fmla="*/ 0 w 69745"/>
                <a:gd name="connsiteY4" fmla="*/ 0 h 82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45" h="82564">
                  <a:moveTo>
                    <a:pt x="0" y="0"/>
                  </a:moveTo>
                  <a:lnTo>
                    <a:pt x="34873" y="14703"/>
                  </a:lnTo>
                  <a:lnTo>
                    <a:pt x="69746" y="0"/>
                  </a:lnTo>
                  <a:lnTo>
                    <a:pt x="34873" y="825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5057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141" name="任意多边形: 形状 3140"/>
            <p:cNvSpPr/>
            <p:nvPr/>
          </p:nvSpPr>
          <p:spPr>
            <a:xfrm>
              <a:off x="5587759" y="3656584"/>
              <a:ext cx="24155" cy="1048342"/>
            </a:xfrm>
            <a:custGeom>
              <a:avLst/>
              <a:gdLst>
                <a:gd name="connsiteX0" fmla="*/ 0 w 18850"/>
                <a:gd name="connsiteY0" fmla="*/ 0 h 818100"/>
                <a:gd name="connsiteX1" fmla="*/ 0 w 18850"/>
                <a:gd name="connsiteY1" fmla="*/ 818101 h 81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850" h="818100">
                  <a:moveTo>
                    <a:pt x="0" y="0"/>
                  </a:moveTo>
                  <a:lnTo>
                    <a:pt x="0" y="818101"/>
                  </a:lnTo>
                </a:path>
              </a:pathLst>
            </a:custGeom>
            <a:ln w="18845" cap="flat">
              <a:solidFill>
                <a:srgbClr val="43505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142" name="任意多边形: 形状 3141"/>
            <p:cNvSpPr/>
            <p:nvPr/>
          </p:nvSpPr>
          <p:spPr>
            <a:xfrm>
              <a:off x="5543072" y="4671110"/>
              <a:ext cx="89374" cy="106041"/>
            </a:xfrm>
            <a:custGeom>
              <a:avLst/>
              <a:gdLst>
                <a:gd name="connsiteX0" fmla="*/ 0 w 69745"/>
                <a:gd name="connsiteY0" fmla="*/ 0 h 82752"/>
                <a:gd name="connsiteX1" fmla="*/ 34873 w 69745"/>
                <a:gd name="connsiteY1" fmla="*/ 14892 h 82752"/>
                <a:gd name="connsiteX2" fmla="*/ 69746 w 69745"/>
                <a:gd name="connsiteY2" fmla="*/ 0 h 82752"/>
                <a:gd name="connsiteX3" fmla="*/ 34873 w 69745"/>
                <a:gd name="connsiteY3" fmla="*/ 82753 h 82752"/>
                <a:gd name="connsiteX4" fmla="*/ 0 w 69745"/>
                <a:gd name="connsiteY4" fmla="*/ 0 h 82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45" h="82752">
                  <a:moveTo>
                    <a:pt x="0" y="0"/>
                  </a:moveTo>
                  <a:lnTo>
                    <a:pt x="34873" y="14892"/>
                  </a:lnTo>
                  <a:lnTo>
                    <a:pt x="69746" y="0"/>
                  </a:lnTo>
                  <a:lnTo>
                    <a:pt x="34873" y="82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5057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143" name="任意多边形: 形状 3142"/>
            <p:cNvSpPr/>
            <p:nvPr/>
          </p:nvSpPr>
          <p:spPr>
            <a:xfrm>
              <a:off x="5587759" y="5475966"/>
              <a:ext cx="24155" cy="213050"/>
            </a:xfrm>
            <a:custGeom>
              <a:avLst/>
              <a:gdLst>
                <a:gd name="connsiteX0" fmla="*/ 0 w 18850"/>
                <a:gd name="connsiteY0" fmla="*/ 0 h 166259"/>
                <a:gd name="connsiteX1" fmla="*/ 0 w 18850"/>
                <a:gd name="connsiteY1" fmla="*/ 166259 h 166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850" h="166259">
                  <a:moveTo>
                    <a:pt x="0" y="0"/>
                  </a:moveTo>
                  <a:lnTo>
                    <a:pt x="0" y="166259"/>
                  </a:lnTo>
                </a:path>
              </a:pathLst>
            </a:custGeom>
            <a:ln w="18845" cap="flat">
              <a:solidFill>
                <a:srgbClr val="43505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144" name="任意多边形: 形状 3143"/>
            <p:cNvSpPr/>
            <p:nvPr/>
          </p:nvSpPr>
          <p:spPr>
            <a:xfrm>
              <a:off x="5543072" y="5655199"/>
              <a:ext cx="89374" cy="106041"/>
            </a:xfrm>
            <a:custGeom>
              <a:avLst/>
              <a:gdLst>
                <a:gd name="connsiteX0" fmla="*/ 0 w 69745"/>
                <a:gd name="connsiteY0" fmla="*/ 0 h 82752"/>
                <a:gd name="connsiteX1" fmla="*/ 34873 w 69745"/>
                <a:gd name="connsiteY1" fmla="*/ 14703 h 82752"/>
                <a:gd name="connsiteX2" fmla="*/ 69746 w 69745"/>
                <a:gd name="connsiteY2" fmla="*/ 0 h 82752"/>
                <a:gd name="connsiteX3" fmla="*/ 34873 w 69745"/>
                <a:gd name="connsiteY3" fmla="*/ 82753 h 82752"/>
                <a:gd name="connsiteX4" fmla="*/ 0 w 69745"/>
                <a:gd name="connsiteY4" fmla="*/ 0 h 82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45" h="82752">
                  <a:moveTo>
                    <a:pt x="0" y="0"/>
                  </a:moveTo>
                  <a:lnTo>
                    <a:pt x="34873" y="14703"/>
                  </a:lnTo>
                  <a:lnTo>
                    <a:pt x="69746" y="0"/>
                  </a:lnTo>
                  <a:lnTo>
                    <a:pt x="34873" y="82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5057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154" name="CTNNB1_comp1"/>
            <p:cNvSpPr/>
            <p:nvPr/>
          </p:nvSpPr>
          <p:spPr>
            <a:xfrm>
              <a:off x="5097888" y="4791161"/>
              <a:ext cx="972012" cy="298560"/>
            </a:xfrm>
            <a:custGeom>
              <a:avLst/>
              <a:gdLst>
                <a:gd name="connsiteX0" fmla="*/ 379267 w 758534"/>
                <a:gd name="connsiteY0" fmla="*/ 0 h 232989"/>
                <a:gd name="connsiteX1" fmla="*/ 758534 w 758534"/>
                <a:gd name="connsiteY1" fmla="*/ 116494 h 232989"/>
                <a:gd name="connsiteX2" fmla="*/ 379267 w 758534"/>
                <a:gd name="connsiteY2" fmla="*/ 232989 h 232989"/>
                <a:gd name="connsiteX3" fmla="*/ 0 w 758534"/>
                <a:gd name="connsiteY3" fmla="*/ 116494 h 232989"/>
                <a:gd name="connsiteX4" fmla="*/ 379267 w 758534"/>
                <a:gd name="connsiteY4" fmla="*/ 0 h 23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34" h="232989">
                  <a:moveTo>
                    <a:pt x="379267" y="0"/>
                  </a:moveTo>
                  <a:cubicBezTo>
                    <a:pt x="588693" y="0"/>
                    <a:pt x="758534" y="52215"/>
                    <a:pt x="758534" y="116494"/>
                  </a:cubicBezTo>
                  <a:cubicBezTo>
                    <a:pt x="758534" y="180774"/>
                    <a:pt x="588693" y="232989"/>
                    <a:pt x="379267" y="232989"/>
                  </a:cubicBezTo>
                  <a:cubicBezTo>
                    <a:pt x="169841" y="232989"/>
                    <a:pt x="0" y="180774"/>
                    <a:pt x="0" y="116494"/>
                  </a:cubicBezTo>
                  <a:cubicBezTo>
                    <a:pt x="0" y="52215"/>
                    <a:pt x="169841" y="0"/>
                    <a:pt x="379267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4711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156" name="CTNNB1_name1"/>
            <p:cNvSpPr txBox="1"/>
            <p:nvPr/>
          </p:nvSpPr>
          <p:spPr>
            <a:xfrm>
              <a:off x="5191197" y="4794521"/>
              <a:ext cx="817853" cy="2771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1" dirty="0">
                  <a:solidFill>
                    <a:srgbClr val="231815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rPr>
                <a:t>β-catenin</a:t>
              </a:r>
            </a:p>
          </p:txBody>
        </p:sp>
        <p:sp>
          <p:nvSpPr>
            <p:cNvPr id="3163" name="任意多边形: 形状 3162"/>
            <p:cNvSpPr/>
            <p:nvPr/>
          </p:nvSpPr>
          <p:spPr>
            <a:xfrm>
              <a:off x="5770857" y="3659483"/>
              <a:ext cx="1374440" cy="1063560"/>
            </a:xfrm>
            <a:custGeom>
              <a:avLst/>
              <a:gdLst>
                <a:gd name="connsiteX0" fmla="*/ 1072579 w 1072579"/>
                <a:gd name="connsiteY0" fmla="*/ 0 h 829976"/>
                <a:gd name="connsiteX1" fmla="*/ 0 w 1072579"/>
                <a:gd name="connsiteY1" fmla="*/ 829977 h 82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2579" h="829976">
                  <a:moveTo>
                    <a:pt x="1072579" y="0"/>
                  </a:moveTo>
                  <a:lnTo>
                    <a:pt x="0" y="829977"/>
                  </a:lnTo>
                </a:path>
              </a:pathLst>
            </a:custGeom>
            <a:ln w="18845" cap="flat">
              <a:solidFill>
                <a:srgbClr val="43505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164" name="任意多边形: 形状 3163"/>
            <p:cNvSpPr/>
            <p:nvPr/>
          </p:nvSpPr>
          <p:spPr>
            <a:xfrm rot="19336200">
              <a:off x="5758585" y="4644490"/>
              <a:ext cx="24155" cy="157009"/>
            </a:xfrm>
            <a:custGeom>
              <a:avLst/>
              <a:gdLst>
                <a:gd name="connsiteX0" fmla="*/ 0 w 18850"/>
                <a:gd name="connsiteY0" fmla="*/ 0 h 122526"/>
                <a:gd name="connsiteX1" fmla="*/ 18850 w 18850"/>
                <a:gd name="connsiteY1" fmla="*/ 0 h 122526"/>
                <a:gd name="connsiteX2" fmla="*/ 18850 w 18850"/>
                <a:gd name="connsiteY2" fmla="*/ 122527 h 122526"/>
                <a:gd name="connsiteX3" fmla="*/ 0 w 18850"/>
                <a:gd name="connsiteY3" fmla="*/ 122527 h 12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50" h="122526">
                  <a:moveTo>
                    <a:pt x="0" y="0"/>
                  </a:moveTo>
                  <a:lnTo>
                    <a:pt x="18850" y="0"/>
                  </a:lnTo>
                  <a:lnTo>
                    <a:pt x="18850" y="122527"/>
                  </a:lnTo>
                  <a:lnTo>
                    <a:pt x="0" y="122527"/>
                  </a:lnTo>
                  <a:close/>
                </a:path>
              </a:pathLst>
            </a:custGeom>
            <a:solidFill>
              <a:srgbClr val="435057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173" name="任意多边形: 形状 3172"/>
            <p:cNvSpPr/>
            <p:nvPr/>
          </p:nvSpPr>
          <p:spPr>
            <a:xfrm>
              <a:off x="5484857" y="2909217"/>
              <a:ext cx="196866" cy="196866"/>
            </a:xfrm>
            <a:custGeom>
              <a:avLst/>
              <a:gdLst>
                <a:gd name="connsiteX0" fmla="*/ 0 w 153629"/>
                <a:gd name="connsiteY0" fmla="*/ 0 h 153629"/>
                <a:gd name="connsiteX1" fmla="*/ 153630 w 153629"/>
                <a:gd name="connsiteY1" fmla="*/ 153630 h 153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29" h="153629">
                  <a:moveTo>
                    <a:pt x="0" y="0"/>
                  </a:moveTo>
                  <a:lnTo>
                    <a:pt x="153630" y="153630"/>
                  </a:lnTo>
                </a:path>
              </a:pathLst>
            </a:custGeom>
            <a:ln w="28267" cap="flat">
              <a:solidFill>
                <a:srgbClr val="DB001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174" name="任意多边形: 形状 3173"/>
            <p:cNvSpPr/>
            <p:nvPr/>
          </p:nvSpPr>
          <p:spPr>
            <a:xfrm>
              <a:off x="5484857" y="2909217"/>
              <a:ext cx="196866" cy="196866"/>
            </a:xfrm>
            <a:custGeom>
              <a:avLst/>
              <a:gdLst>
                <a:gd name="connsiteX0" fmla="*/ 153630 w 153629"/>
                <a:gd name="connsiteY0" fmla="*/ 0 h 153629"/>
                <a:gd name="connsiteX1" fmla="*/ 0 w 153629"/>
                <a:gd name="connsiteY1" fmla="*/ 153630 h 153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29" h="153629">
                  <a:moveTo>
                    <a:pt x="153630" y="0"/>
                  </a:moveTo>
                  <a:lnTo>
                    <a:pt x="0" y="153630"/>
                  </a:lnTo>
                </a:path>
              </a:pathLst>
            </a:custGeom>
            <a:ln w="28267" cap="flat">
              <a:solidFill>
                <a:srgbClr val="DB001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202" name="文本框 3201"/>
            <p:cNvSpPr txBox="1"/>
            <p:nvPr/>
          </p:nvSpPr>
          <p:spPr>
            <a:xfrm>
              <a:off x="3799001" y="181305"/>
              <a:ext cx="3544477" cy="307905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algn="l"/>
              <a:r>
                <a:rPr lang="en-US" altLang="zh-CN" sz="1401" b="1" dirty="0">
                  <a:solidFill>
                    <a:srgbClr val="231815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rPr>
                <a:t>Wnt </a:t>
              </a:r>
              <a:r>
                <a:rPr lang="el-GR" altLang="zh-CN" sz="1401" b="1" dirty="0">
                  <a:solidFill>
                    <a:srgbClr val="231815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rPr>
                <a:t>β</a:t>
              </a:r>
              <a:r>
                <a:rPr lang="zh-CN" altLang="en-US" sz="1401" b="1" dirty="0">
                  <a:solidFill>
                    <a:srgbClr val="231815"/>
                  </a:solidFill>
                  <a:latin typeface="Arial" panose="020B0604020202020204"/>
                  <a:cs typeface="Arial" panose="020B0604020202020204"/>
                  <a:sym typeface="Arial" panose="020B0604020202020204"/>
                  <a:rtl val="0"/>
                </a:rPr>
                <a:t>-catenin-dependent signalling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923217" y="5804271"/>
              <a:ext cx="1597660" cy="34734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r>
                <a:rPr lang="en-US" altLang="zh-CN" sz="1400" dirty="0"/>
                <a:t>- WNT target gene </a:t>
              </a:r>
            </a:p>
            <a:p>
              <a:r>
                <a:rPr lang="en-US" altLang="zh-CN" sz="1400" dirty="0"/>
                <a:t>  transcription</a:t>
              </a:r>
            </a:p>
          </p:txBody>
        </p:sp>
        <p:grpSp>
          <p:nvGrpSpPr>
            <p:cNvPr id="201" name="图形 2"/>
            <p:cNvGrpSpPr/>
            <p:nvPr/>
          </p:nvGrpSpPr>
          <p:grpSpPr>
            <a:xfrm>
              <a:off x="5235600" y="1341842"/>
              <a:ext cx="707269" cy="315710"/>
              <a:chOff x="4269720" y="964001"/>
              <a:chExt cx="551935" cy="246372"/>
            </a:xfrm>
            <a:noFill/>
          </p:grpSpPr>
          <p:sp>
            <p:nvSpPr>
              <p:cNvPr id="202" name="任意多边形: 形状 201"/>
              <p:cNvSpPr/>
              <p:nvPr/>
            </p:nvSpPr>
            <p:spPr>
              <a:xfrm>
                <a:off x="4729667" y="976254"/>
                <a:ext cx="91989" cy="47691"/>
              </a:xfrm>
              <a:custGeom>
                <a:avLst/>
                <a:gdLst>
                  <a:gd name="connsiteX0" fmla="*/ 91989 w 91989"/>
                  <a:gd name="connsiteY0" fmla="*/ 1697 h 47691"/>
                  <a:gd name="connsiteX1" fmla="*/ 45995 w 91989"/>
                  <a:gd name="connsiteY1" fmla="*/ 47691 h 47691"/>
                  <a:gd name="connsiteX2" fmla="*/ 0 w 91989"/>
                  <a:gd name="connsiteY2" fmla="*/ 1697 h 47691"/>
                  <a:gd name="connsiteX3" fmla="*/ 0 w 91989"/>
                  <a:gd name="connsiteY3" fmla="*/ 0 h 47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1989" h="47691">
                    <a:moveTo>
                      <a:pt x="91989" y="1697"/>
                    </a:moveTo>
                    <a:cubicBezTo>
                      <a:pt x="91989" y="27144"/>
                      <a:pt x="71442" y="47691"/>
                      <a:pt x="45995" y="47691"/>
                    </a:cubicBezTo>
                    <a:cubicBezTo>
                      <a:pt x="20547" y="47691"/>
                      <a:pt x="0" y="27144"/>
                      <a:pt x="0" y="1697"/>
                    </a:cubicBezTo>
                    <a:cubicBezTo>
                      <a:pt x="0" y="1131"/>
                      <a:pt x="0" y="565"/>
                      <a:pt x="0" y="0"/>
                    </a:cubicBezTo>
                  </a:path>
                </a:pathLst>
              </a:custGeom>
              <a:noFill/>
              <a:ln w="14134" cap="rnd">
                <a:solidFill>
                  <a:srgbClr val="435057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  <p:sp>
            <p:nvSpPr>
              <p:cNvPr id="203" name="任意多边形: 形状 202"/>
              <p:cNvSpPr/>
              <p:nvPr/>
            </p:nvSpPr>
            <p:spPr>
              <a:xfrm>
                <a:off x="4375093" y="964001"/>
                <a:ext cx="91989" cy="102733"/>
              </a:xfrm>
              <a:custGeom>
                <a:avLst/>
                <a:gdLst>
                  <a:gd name="connsiteX0" fmla="*/ 91989 w 91989"/>
                  <a:gd name="connsiteY0" fmla="*/ 1697 h 102733"/>
                  <a:gd name="connsiteX1" fmla="*/ 91989 w 91989"/>
                  <a:gd name="connsiteY1" fmla="*/ 56739 h 102733"/>
                  <a:gd name="connsiteX2" fmla="*/ 45994 w 91989"/>
                  <a:gd name="connsiteY2" fmla="*/ 102734 h 102733"/>
                  <a:gd name="connsiteX3" fmla="*/ 0 w 91989"/>
                  <a:gd name="connsiteY3" fmla="*/ 56739 h 102733"/>
                  <a:gd name="connsiteX4" fmla="*/ 0 w 91989"/>
                  <a:gd name="connsiteY4" fmla="*/ 55231 h 102733"/>
                  <a:gd name="connsiteX5" fmla="*/ 0 w 91989"/>
                  <a:gd name="connsiteY5" fmla="*/ 0 h 10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1989" h="102733">
                    <a:moveTo>
                      <a:pt x="91989" y="1697"/>
                    </a:moveTo>
                    <a:lnTo>
                      <a:pt x="91989" y="56739"/>
                    </a:lnTo>
                    <a:cubicBezTo>
                      <a:pt x="91989" y="82187"/>
                      <a:pt x="71442" y="102734"/>
                      <a:pt x="45994" y="102734"/>
                    </a:cubicBezTo>
                    <a:cubicBezTo>
                      <a:pt x="20547" y="102734"/>
                      <a:pt x="0" y="82187"/>
                      <a:pt x="0" y="56739"/>
                    </a:cubicBezTo>
                    <a:cubicBezTo>
                      <a:pt x="0" y="56174"/>
                      <a:pt x="0" y="55608"/>
                      <a:pt x="0" y="55231"/>
                    </a:cubicBezTo>
                    <a:lnTo>
                      <a:pt x="0" y="0"/>
                    </a:lnTo>
                  </a:path>
                </a:pathLst>
              </a:custGeom>
              <a:noFill/>
              <a:ln w="14134" cap="rnd">
                <a:solidFill>
                  <a:srgbClr val="435057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  <p:sp>
            <p:nvSpPr>
              <p:cNvPr id="204" name="任意多边形: 形状 203"/>
              <p:cNvSpPr/>
              <p:nvPr/>
            </p:nvSpPr>
            <p:spPr>
              <a:xfrm>
                <a:off x="4555302" y="965698"/>
                <a:ext cx="91989" cy="91800"/>
              </a:xfrm>
              <a:custGeom>
                <a:avLst/>
                <a:gdLst>
                  <a:gd name="connsiteX0" fmla="*/ 91989 w 91989"/>
                  <a:gd name="connsiteY0" fmla="*/ 1885 h 91800"/>
                  <a:gd name="connsiteX1" fmla="*/ 91989 w 91989"/>
                  <a:gd name="connsiteY1" fmla="*/ 45806 h 91800"/>
                  <a:gd name="connsiteX2" fmla="*/ 45995 w 91989"/>
                  <a:gd name="connsiteY2" fmla="*/ 91801 h 91800"/>
                  <a:gd name="connsiteX3" fmla="*/ 0 w 91989"/>
                  <a:gd name="connsiteY3" fmla="*/ 45806 h 91800"/>
                  <a:gd name="connsiteX4" fmla="*/ 0 w 91989"/>
                  <a:gd name="connsiteY4" fmla="*/ 44110 h 91800"/>
                  <a:gd name="connsiteX5" fmla="*/ 0 w 91989"/>
                  <a:gd name="connsiteY5" fmla="*/ 0 h 91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1989" h="91800">
                    <a:moveTo>
                      <a:pt x="91989" y="1885"/>
                    </a:moveTo>
                    <a:lnTo>
                      <a:pt x="91989" y="45806"/>
                    </a:lnTo>
                    <a:cubicBezTo>
                      <a:pt x="91989" y="71254"/>
                      <a:pt x="71442" y="91801"/>
                      <a:pt x="45995" y="91801"/>
                    </a:cubicBezTo>
                    <a:cubicBezTo>
                      <a:pt x="20547" y="91801"/>
                      <a:pt x="0" y="71254"/>
                      <a:pt x="0" y="45806"/>
                    </a:cubicBezTo>
                    <a:cubicBezTo>
                      <a:pt x="0" y="45241"/>
                      <a:pt x="0" y="44675"/>
                      <a:pt x="0" y="44110"/>
                    </a:cubicBezTo>
                    <a:lnTo>
                      <a:pt x="0" y="0"/>
                    </a:lnTo>
                  </a:path>
                </a:pathLst>
              </a:custGeom>
              <a:noFill/>
              <a:ln w="14134" cap="rnd">
                <a:solidFill>
                  <a:srgbClr val="435057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  <p:sp>
            <p:nvSpPr>
              <p:cNvPr id="205" name="任意多边形: 形状 204"/>
              <p:cNvSpPr/>
              <p:nvPr/>
            </p:nvSpPr>
            <p:spPr>
              <a:xfrm>
                <a:off x="4269720" y="967206"/>
                <a:ext cx="21112" cy="243168"/>
              </a:xfrm>
              <a:custGeom>
                <a:avLst/>
                <a:gdLst>
                  <a:gd name="connsiteX0" fmla="*/ 0 w 21112"/>
                  <a:gd name="connsiteY0" fmla="*/ 243168 h 243168"/>
                  <a:gd name="connsiteX1" fmla="*/ 21112 w 21112"/>
                  <a:gd name="connsiteY1" fmla="*/ 196797 h 243168"/>
                  <a:gd name="connsiteX2" fmla="*/ 21112 w 21112"/>
                  <a:gd name="connsiteY2" fmla="*/ 0 h 243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12" h="243168">
                    <a:moveTo>
                      <a:pt x="0" y="243168"/>
                    </a:moveTo>
                    <a:cubicBezTo>
                      <a:pt x="13007" y="231858"/>
                      <a:pt x="21112" y="215270"/>
                      <a:pt x="21112" y="196797"/>
                    </a:cubicBezTo>
                    <a:lnTo>
                      <a:pt x="21112" y="0"/>
                    </a:lnTo>
                  </a:path>
                </a:pathLst>
              </a:custGeom>
              <a:noFill/>
              <a:ln w="14134" cap="rnd">
                <a:solidFill>
                  <a:srgbClr val="435057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</p:grpSp>
        <p:sp>
          <p:nvSpPr>
            <p:cNvPr id="206" name="任意多边形: 形状 205"/>
            <p:cNvSpPr/>
            <p:nvPr/>
          </p:nvSpPr>
          <p:spPr>
            <a:xfrm>
              <a:off x="5203475" y="1020335"/>
              <a:ext cx="113288" cy="356532"/>
            </a:xfrm>
            <a:custGeom>
              <a:avLst/>
              <a:gdLst>
                <a:gd name="connsiteX0" fmla="*/ 0 w 88407"/>
                <a:gd name="connsiteY0" fmla="*/ 0 h 278229"/>
                <a:gd name="connsiteX1" fmla="*/ 88408 w 88407"/>
                <a:gd name="connsiteY1" fmla="*/ 0 h 278229"/>
                <a:gd name="connsiteX2" fmla="*/ 88408 w 88407"/>
                <a:gd name="connsiteY2" fmla="*/ 278230 h 278229"/>
                <a:gd name="connsiteX3" fmla="*/ 0 w 88407"/>
                <a:gd name="connsiteY3" fmla="*/ 278230 h 27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07" h="278229">
                  <a:moveTo>
                    <a:pt x="0" y="0"/>
                  </a:moveTo>
                  <a:lnTo>
                    <a:pt x="88408" y="0"/>
                  </a:lnTo>
                  <a:lnTo>
                    <a:pt x="88408" y="278230"/>
                  </a:lnTo>
                  <a:lnTo>
                    <a:pt x="0" y="278230"/>
                  </a:lnTo>
                  <a:close/>
                </a:path>
              </a:pathLst>
            </a:custGeom>
            <a:gradFill>
              <a:gsLst>
                <a:gs pos="0">
                  <a:srgbClr val="C65B96"/>
                </a:gs>
                <a:gs pos="26500">
                  <a:srgbClr val="DC9EC1"/>
                </a:gs>
                <a:gs pos="53000">
                  <a:srgbClr val="F3E2ED"/>
                </a:gs>
                <a:gs pos="100000">
                  <a:srgbClr val="C65B96"/>
                </a:gs>
              </a:gsLst>
              <a:lin ang="0" scaled="1"/>
            </a:gra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grpSp>
          <p:nvGrpSpPr>
            <p:cNvPr id="207" name="图形 2"/>
            <p:cNvGrpSpPr/>
            <p:nvPr/>
          </p:nvGrpSpPr>
          <p:grpSpPr>
            <a:xfrm>
              <a:off x="5203475" y="996904"/>
              <a:ext cx="113530" cy="380204"/>
              <a:chOff x="4244650" y="694820"/>
              <a:chExt cx="88596" cy="296702"/>
            </a:xfrm>
          </p:grpSpPr>
          <p:sp>
            <p:nvSpPr>
              <p:cNvPr id="208" name="任意多边形: 形状 207"/>
              <p:cNvSpPr/>
              <p:nvPr/>
            </p:nvSpPr>
            <p:spPr>
              <a:xfrm>
                <a:off x="4244650" y="713293"/>
                <a:ext cx="88596" cy="278229"/>
              </a:xfrm>
              <a:custGeom>
                <a:avLst/>
                <a:gdLst>
                  <a:gd name="connsiteX0" fmla="*/ 0 w 88596"/>
                  <a:gd name="connsiteY0" fmla="*/ 259756 h 278229"/>
                  <a:gd name="connsiteX1" fmla="*/ 44298 w 88596"/>
                  <a:gd name="connsiteY1" fmla="*/ 278230 h 278229"/>
                  <a:gd name="connsiteX2" fmla="*/ 88596 w 88596"/>
                  <a:gd name="connsiteY2" fmla="*/ 259756 h 278229"/>
                  <a:gd name="connsiteX3" fmla="*/ 88596 w 88596"/>
                  <a:gd name="connsiteY3" fmla="*/ 0 h 278229"/>
                  <a:gd name="connsiteX4" fmla="*/ 188 w 88596"/>
                  <a:gd name="connsiteY4" fmla="*/ 0 h 278229"/>
                  <a:gd name="connsiteX5" fmla="*/ 188 w 88596"/>
                  <a:gd name="connsiteY5" fmla="*/ 259756 h 278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8596" h="278229">
                    <a:moveTo>
                      <a:pt x="0" y="259756"/>
                    </a:moveTo>
                    <a:cubicBezTo>
                      <a:pt x="0" y="269936"/>
                      <a:pt x="19793" y="278230"/>
                      <a:pt x="44298" y="278230"/>
                    </a:cubicBezTo>
                    <a:cubicBezTo>
                      <a:pt x="68803" y="278230"/>
                      <a:pt x="88596" y="269936"/>
                      <a:pt x="88596" y="259756"/>
                    </a:cubicBezTo>
                    <a:lnTo>
                      <a:pt x="88596" y="0"/>
                    </a:lnTo>
                    <a:lnTo>
                      <a:pt x="188" y="0"/>
                    </a:lnTo>
                    <a:lnTo>
                      <a:pt x="188" y="259756"/>
                    </a:lnTo>
                    <a:close/>
                  </a:path>
                </a:pathLst>
              </a:custGeom>
              <a:noFill/>
              <a:ln w="4711" cap="flat">
                <a:solidFill>
                  <a:srgbClr val="23181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  <p:sp>
            <p:nvSpPr>
              <p:cNvPr id="326" name="任意多边形: 形状 325"/>
              <p:cNvSpPr/>
              <p:nvPr/>
            </p:nvSpPr>
            <p:spPr>
              <a:xfrm>
                <a:off x="4244650" y="694820"/>
                <a:ext cx="88596" cy="36758"/>
              </a:xfrm>
              <a:custGeom>
                <a:avLst/>
                <a:gdLst>
                  <a:gd name="connsiteX0" fmla="*/ 88596 w 88596"/>
                  <a:gd name="connsiteY0" fmla="*/ 18285 h 36758"/>
                  <a:gd name="connsiteX1" fmla="*/ 44298 w 88596"/>
                  <a:gd name="connsiteY1" fmla="*/ 36758 h 36758"/>
                  <a:gd name="connsiteX2" fmla="*/ 0 w 88596"/>
                  <a:gd name="connsiteY2" fmla="*/ 18285 h 36758"/>
                  <a:gd name="connsiteX3" fmla="*/ 44298 w 88596"/>
                  <a:gd name="connsiteY3" fmla="*/ 0 h 36758"/>
                  <a:gd name="connsiteX4" fmla="*/ 88596 w 88596"/>
                  <a:gd name="connsiteY4" fmla="*/ 18285 h 36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596" h="36758">
                    <a:moveTo>
                      <a:pt x="88596" y="18285"/>
                    </a:moveTo>
                    <a:cubicBezTo>
                      <a:pt x="88596" y="28464"/>
                      <a:pt x="68803" y="36758"/>
                      <a:pt x="44298" y="36758"/>
                    </a:cubicBezTo>
                    <a:cubicBezTo>
                      <a:pt x="19793" y="36758"/>
                      <a:pt x="0" y="28464"/>
                      <a:pt x="0" y="18285"/>
                    </a:cubicBezTo>
                    <a:cubicBezTo>
                      <a:pt x="0" y="8106"/>
                      <a:pt x="19793" y="0"/>
                      <a:pt x="44298" y="0"/>
                    </a:cubicBezTo>
                    <a:cubicBezTo>
                      <a:pt x="68803" y="0"/>
                      <a:pt x="88596" y="8294"/>
                      <a:pt x="88596" y="18285"/>
                    </a:cubicBezTo>
                  </a:path>
                </a:pathLst>
              </a:custGeom>
              <a:solidFill>
                <a:srgbClr val="DFACC9"/>
              </a:solidFill>
              <a:ln w="188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  <p:sp>
            <p:nvSpPr>
              <p:cNvPr id="327" name="任意多边形: 形状 326"/>
              <p:cNvSpPr/>
              <p:nvPr/>
            </p:nvSpPr>
            <p:spPr>
              <a:xfrm>
                <a:off x="4244650" y="694820"/>
                <a:ext cx="88596" cy="36758"/>
              </a:xfrm>
              <a:custGeom>
                <a:avLst/>
                <a:gdLst>
                  <a:gd name="connsiteX0" fmla="*/ 88596 w 88596"/>
                  <a:gd name="connsiteY0" fmla="*/ 18285 h 36758"/>
                  <a:gd name="connsiteX1" fmla="*/ 44298 w 88596"/>
                  <a:gd name="connsiteY1" fmla="*/ 36758 h 36758"/>
                  <a:gd name="connsiteX2" fmla="*/ 0 w 88596"/>
                  <a:gd name="connsiteY2" fmla="*/ 18285 h 36758"/>
                  <a:gd name="connsiteX3" fmla="*/ 44298 w 88596"/>
                  <a:gd name="connsiteY3" fmla="*/ 0 h 36758"/>
                  <a:gd name="connsiteX4" fmla="*/ 88596 w 88596"/>
                  <a:gd name="connsiteY4" fmla="*/ 18285 h 36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596" h="36758">
                    <a:moveTo>
                      <a:pt x="88596" y="18285"/>
                    </a:moveTo>
                    <a:cubicBezTo>
                      <a:pt x="88596" y="28464"/>
                      <a:pt x="68803" y="36758"/>
                      <a:pt x="44298" y="36758"/>
                    </a:cubicBezTo>
                    <a:cubicBezTo>
                      <a:pt x="19793" y="36758"/>
                      <a:pt x="0" y="28464"/>
                      <a:pt x="0" y="18285"/>
                    </a:cubicBezTo>
                    <a:cubicBezTo>
                      <a:pt x="0" y="8106"/>
                      <a:pt x="19793" y="0"/>
                      <a:pt x="44298" y="0"/>
                    </a:cubicBezTo>
                    <a:cubicBezTo>
                      <a:pt x="68803" y="0"/>
                      <a:pt x="88596" y="8294"/>
                      <a:pt x="88596" y="18285"/>
                    </a:cubicBezTo>
                    <a:close/>
                  </a:path>
                </a:pathLst>
              </a:custGeom>
              <a:noFill/>
              <a:ln w="4711" cap="flat">
                <a:solidFill>
                  <a:srgbClr val="23181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</p:grpSp>
        <p:sp>
          <p:nvSpPr>
            <p:cNvPr id="328" name="任意多边形: 形状 327"/>
            <p:cNvSpPr/>
            <p:nvPr/>
          </p:nvSpPr>
          <p:spPr>
            <a:xfrm>
              <a:off x="5317488" y="1020335"/>
              <a:ext cx="113288" cy="356532"/>
            </a:xfrm>
            <a:custGeom>
              <a:avLst/>
              <a:gdLst>
                <a:gd name="connsiteX0" fmla="*/ 0 w 88407"/>
                <a:gd name="connsiteY0" fmla="*/ 0 h 278229"/>
                <a:gd name="connsiteX1" fmla="*/ 88408 w 88407"/>
                <a:gd name="connsiteY1" fmla="*/ 0 h 278229"/>
                <a:gd name="connsiteX2" fmla="*/ 88408 w 88407"/>
                <a:gd name="connsiteY2" fmla="*/ 278230 h 278229"/>
                <a:gd name="connsiteX3" fmla="*/ 0 w 88407"/>
                <a:gd name="connsiteY3" fmla="*/ 278230 h 27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07" h="278229">
                  <a:moveTo>
                    <a:pt x="0" y="0"/>
                  </a:moveTo>
                  <a:lnTo>
                    <a:pt x="88408" y="0"/>
                  </a:lnTo>
                  <a:lnTo>
                    <a:pt x="88408" y="278230"/>
                  </a:lnTo>
                  <a:lnTo>
                    <a:pt x="0" y="278230"/>
                  </a:lnTo>
                  <a:close/>
                </a:path>
              </a:pathLst>
            </a:custGeom>
            <a:gradFill>
              <a:gsLst>
                <a:gs pos="0">
                  <a:srgbClr val="C65B96"/>
                </a:gs>
                <a:gs pos="26500">
                  <a:srgbClr val="DC9EC1"/>
                </a:gs>
                <a:gs pos="53000">
                  <a:srgbClr val="F3E2ED"/>
                </a:gs>
                <a:gs pos="100000">
                  <a:srgbClr val="C65B96"/>
                </a:gs>
              </a:gsLst>
              <a:lin ang="0" scaled="1"/>
            </a:gra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grpSp>
          <p:nvGrpSpPr>
            <p:cNvPr id="329" name="图形 2"/>
            <p:cNvGrpSpPr/>
            <p:nvPr/>
          </p:nvGrpSpPr>
          <p:grpSpPr>
            <a:xfrm>
              <a:off x="5317246" y="996904"/>
              <a:ext cx="113771" cy="380204"/>
              <a:chOff x="4333434" y="694820"/>
              <a:chExt cx="88784" cy="296702"/>
            </a:xfrm>
          </p:grpSpPr>
          <p:sp>
            <p:nvSpPr>
              <p:cNvPr id="330" name="任意多边形: 形状 329"/>
              <p:cNvSpPr/>
              <p:nvPr/>
            </p:nvSpPr>
            <p:spPr>
              <a:xfrm>
                <a:off x="4333623" y="713293"/>
                <a:ext cx="88596" cy="278229"/>
              </a:xfrm>
              <a:custGeom>
                <a:avLst/>
                <a:gdLst>
                  <a:gd name="connsiteX0" fmla="*/ 0 w 88596"/>
                  <a:gd name="connsiteY0" fmla="*/ 259756 h 278229"/>
                  <a:gd name="connsiteX1" fmla="*/ 44298 w 88596"/>
                  <a:gd name="connsiteY1" fmla="*/ 278230 h 278229"/>
                  <a:gd name="connsiteX2" fmla="*/ 88596 w 88596"/>
                  <a:gd name="connsiteY2" fmla="*/ 259756 h 278229"/>
                  <a:gd name="connsiteX3" fmla="*/ 88596 w 88596"/>
                  <a:gd name="connsiteY3" fmla="*/ 0 h 278229"/>
                  <a:gd name="connsiteX4" fmla="*/ 189 w 88596"/>
                  <a:gd name="connsiteY4" fmla="*/ 0 h 278229"/>
                  <a:gd name="connsiteX5" fmla="*/ 189 w 88596"/>
                  <a:gd name="connsiteY5" fmla="*/ 259756 h 278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8596" h="278229">
                    <a:moveTo>
                      <a:pt x="0" y="259756"/>
                    </a:moveTo>
                    <a:cubicBezTo>
                      <a:pt x="0" y="269936"/>
                      <a:pt x="19793" y="278230"/>
                      <a:pt x="44298" y="278230"/>
                    </a:cubicBezTo>
                    <a:cubicBezTo>
                      <a:pt x="68804" y="278230"/>
                      <a:pt x="88596" y="269936"/>
                      <a:pt x="88596" y="259756"/>
                    </a:cubicBezTo>
                    <a:lnTo>
                      <a:pt x="88596" y="0"/>
                    </a:lnTo>
                    <a:lnTo>
                      <a:pt x="189" y="0"/>
                    </a:lnTo>
                    <a:lnTo>
                      <a:pt x="189" y="259756"/>
                    </a:lnTo>
                    <a:close/>
                  </a:path>
                </a:pathLst>
              </a:custGeom>
              <a:noFill/>
              <a:ln w="4711" cap="flat">
                <a:solidFill>
                  <a:srgbClr val="23181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  <p:sp>
            <p:nvSpPr>
              <p:cNvPr id="331" name="任意多边形: 形状 330"/>
              <p:cNvSpPr/>
              <p:nvPr/>
            </p:nvSpPr>
            <p:spPr>
              <a:xfrm>
                <a:off x="4333434" y="694820"/>
                <a:ext cx="88596" cy="36758"/>
              </a:xfrm>
              <a:custGeom>
                <a:avLst/>
                <a:gdLst>
                  <a:gd name="connsiteX0" fmla="*/ 88596 w 88596"/>
                  <a:gd name="connsiteY0" fmla="*/ 18285 h 36758"/>
                  <a:gd name="connsiteX1" fmla="*/ 44298 w 88596"/>
                  <a:gd name="connsiteY1" fmla="*/ 36758 h 36758"/>
                  <a:gd name="connsiteX2" fmla="*/ 0 w 88596"/>
                  <a:gd name="connsiteY2" fmla="*/ 18285 h 36758"/>
                  <a:gd name="connsiteX3" fmla="*/ 44298 w 88596"/>
                  <a:gd name="connsiteY3" fmla="*/ 0 h 36758"/>
                  <a:gd name="connsiteX4" fmla="*/ 88596 w 88596"/>
                  <a:gd name="connsiteY4" fmla="*/ 18285 h 36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596" h="36758">
                    <a:moveTo>
                      <a:pt x="88596" y="18285"/>
                    </a:moveTo>
                    <a:cubicBezTo>
                      <a:pt x="88596" y="28464"/>
                      <a:pt x="68803" y="36758"/>
                      <a:pt x="44298" y="36758"/>
                    </a:cubicBezTo>
                    <a:cubicBezTo>
                      <a:pt x="19793" y="36758"/>
                      <a:pt x="0" y="28464"/>
                      <a:pt x="0" y="18285"/>
                    </a:cubicBezTo>
                    <a:cubicBezTo>
                      <a:pt x="0" y="8106"/>
                      <a:pt x="19793" y="0"/>
                      <a:pt x="44298" y="0"/>
                    </a:cubicBezTo>
                    <a:cubicBezTo>
                      <a:pt x="68803" y="0"/>
                      <a:pt x="88596" y="8294"/>
                      <a:pt x="88596" y="18285"/>
                    </a:cubicBezTo>
                  </a:path>
                </a:pathLst>
              </a:custGeom>
              <a:solidFill>
                <a:srgbClr val="DFACC9"/>
              </a:solidFill>
              <a:ln w="188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  <p:sp>
            <p:nvSpPr>
              <p:cNvPr id="332" name="任意多边形: 形状 331"/>
              <p:cNvSpPr/>
              <p:nvPr/>
            </p:nvSpPr>
            <p:spPr>
              <a:xfrm>
                <a:off x="4333434" y="694820"/>
                <a:ext cx="88596" cy="36758"/>
              </a:xfrm>
              <a:custGeom>
                <a:avLst/>
                <a:gdLst>
                  <a:gd name="connsiteX0" fmla="*/ 88596 w 88596"/>
                  <a:gd name="connsiteY0" fmla="*/ 18285 h 36758"/>
                  <a:gd name="connsiteX1" fmla="*/ 44298 w 88596"/>
                  <a:gd name="connsiteY1" fmla="*/ 36758 h 36758"/>
                  <a:gd name="connsiteX2" fmla="*/ 0 w 88596"/>
                  <a:gd name="connsiteY2" fmla="*/ 18285 h 36758"/>
                  <a:gd name="connsiteX3" fmla="*/ 44298 w 88596"/>
                  <a:gd name="connsiteY3" fmla="*/ 0 h 36758"/>
                  <a:gd name="connsiteX4" fmla="*/ 88596 w 88596"/>
                  <a:gd name="connsiteY4" fmla="*/ 18285 h 36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596" h="36758">
                    <a:moveTo>
                      <a:pt x="88596" y="18285"/>
                    </a:moveTo>
                    <a:cubicBezTo>
                      <a:pt x="88596" y="28464"/>
                      <a:pt x="68803" y="36758"/>
                      <a:pt x="44298" y="36758"/>
                    </a:cubicBezTo>
                    <a:cubicBezTo>
                      <a:pt x="19793" y="36758"/>
                      <a:pt x="0" y="28464"/>
                      <a:pt x="0" y="18285"/>
                    </a:cubicBezTo>
                    <a:cubicBezTo>
                      <a:pt x="0" y="8106"/>
                      <a:pt x="19793" y="0"/>
                      <a:pt x="44298" y="0"/>
                    </a:cubicBezTo>
                    <a:cubicBezTo>
                      <a:pt x="68803" y="0"/>
                      <a:pt x="88596" y="8294"/>
                      <a:pt x="88596" y="18285"/>
                    </a:cubicBezTo>
                    <a:close/>
                  </a:path>
                </a:pathLst>
              </a:custGeom>
              <a:noFill/>
              <a:ln w="4711" cap="flat">
                <a:solidFill>
                  <a:srgbClr val="23181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</p:grpSp>
        <p:sp>
          <p:nvSpPr>
            <p:cNvPr id="333" name="任意多边形: 形状 332"/>
            <p:cNvSpPr/>
            <p:nvPr/>
          </p:nvSpPr>
          <p:spPr>
            <a:xfrm>
              <a:off x="5431259" y="1020335"/>
              <a:ext cx="113530" cy="356532"/>
            </a:xfrm>
            <a:custGeom>
              <a:avLst/>
              <a:gdLst>
                <a:gd name="connsiteX0" fmla="*/ 0 w 88596"/>
                <a:gd name="connsiteY0" fmla="*/ 0 h 278229"/>
                <a:gd name="connsiteX1" fmla="*/ 88596 w 88596"/>
                <a:gd name="connsiteY1" fmla="*/ 0 h 278229"/>
                <a:gd name="connsiteX2" fmla="*/ 88596 w 88596"/>
                <a:gd name="connsiteY2" fmla="*/ 278230 h 278229"/>
                <a:gd name="connsiteX3" fmla="*/ 0 w 88596"/>
                <a:gd name="connsiteY3" fmla="*/ 278230 h 27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596" h="278229">
                  <a:moveTo>
                    <a:pt x="0" y="0"/>
                  </a:moveTo>
                  <a:lnTo>
                    <a:pt x="88596" y="0"/>
                  </a:lnTo>
                  <a:lnTo>
                    <a:pt x="88596" y="278230"/>
                  </a:lnTo>
                  <a:lnTo>
                    <a:pt x="0" y="278230"/>
                  </a:lnTo>
                  <a:close/>
                </a:path>
              </a:pathLst>
            </a:custGeom>
            <a:gradFill>
              <a:gsLst>
                <a:gs pos="0">
                  <a:srgbClr val="C65B96"/>
                </a:gs>
                <a:gs pos="26500">
                  <a:srgbClr val="DC9EC1"/>
                </a:gs>
                <a:gs pos="53000">
                  <a:srgbClr val="F3E2ED"/>
                </a:gs>
                <a:gs pos="100000">
                  <a:srgbClr val="C65B96"/>
                </a:gs>
              </a:gsLst>
              <a:lin ang="0" scaled="1"/>
            </a:gra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grpSp>
          <p:nvGrpSpPr>
            <p:cNvPr id="334" name="图形 2"/>
            <p:cNvGrpSpPr/>
            <p:nvPr/>
          </p:nvGrpSpPr>
          <p:grpSpPr>
            <a:xfrm>
              <a:off x="5431259" y="996904"/>
              <a:ext cx="113530" cy="380204"/>
              <a:chOff x="4422407" y="694820"/>
              <a:chExt cx="88596" cy="296702"/>
            </a:xfrm>
          </p:grpSpPr>
          <p:sp>
            <p:nvSpPr>
              <p:cNvPr id="335" name="任意多边形: 形状 334"/>
              <p:cNvSpPr/>
              <p:nvPr/>
            </p:nvSpPr>
            <p:spPr>
              <a:xfrm>
                <a:off x="4422407" y="713293"/>
                <a:ext cx="88596" cy="278229"/>
              </a:xfrm>
              <a:custGeom>
                <a:avLst/>
                <a:gdLst>
                  <a:gd name="connsiteX0" fmla="*/ 0 w 88596"/>
                  <a:gd name="connsiteY0" fmla="*/ 259756 h 278229"/>
                  <a:gd name="connsiteX1" fmla="*/ 44298 w 88596"/>
                  <a:gd name="connsiteY1" fmla="*/ 278230 h 278229"/>
                  <a:gd name="connsiteX2" fmla="*/ 88596 w 88596"/>
                  <a:gd name="connsiteY2" fmla="*/ 259756 h 278229"/>
                  <a:gd name="connsiteX3" fmla="*/ 88596 w 88596"/>
                  <a:gd name="connsiteY3" fmla="*/ 0 h 278229"/>
                  <a:gd name="connsiteX4" fmla="*/ 188 w 88596"/>
                  <a:gd name="connsiteY4" fmla="*/ 0 h 278229"/>
                  <a:gd name="connsiteX5" fmla="*/ 188 w 88596"/>
                  <a:gd name="connsiteY5" fmla="*/ 259756 h 278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8596" h="278229">
                    <a:moveTo>
                      <a:pt x="0" y="259756"/>
                    </a:moveTo>
                    <a:cubicBezTo>
                      <a:pt x="0" y="269936"/>
                      <a:pt x="19793" y="278230"/>
                      <a:pt x="44298" y="278230"/>
                    </a:cubicBezTo>
                    <a:cubicBezTo>
                      <a:pt x="68803" y="278230"/>
                      <a:pt x="88596" y="269936"/>
                      <a:pt x="88596" y="259756"/>
                    </a:cubicBezTo>
                    <a:lnTo>
                      <a:pt x="88596" y="0"/>
                    </a:lnTo>
                    <a:lnTo>
                      <a:pt x="188" y="0"/>
                    </a:lnTo>
                    <a:lnTo>
                      <a:pt x="188" y="259756"/>
                    </a:lnTo>
                    <a:close/>
                  </a:path>
                </a:pathLst>
              </a:custGeom>
              <a:noFill/>
              <a:ln w="4711" cap="flat">
                <a:solidFill>
                  <a:srgbClr val="23181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  <p:sp>
            <p:nvSpPr>
              <p:cNvPr id="336" name="任意多边形: 形状 335"/>
              <p:cNvSpPr/>
              <p:nvPr/>
            </p:nvSpPr>
            <p:spPr>
              <a:xfrm>
                <a:off x="4422407" y="694820"/>
                <a:ext cx="88596" cy="36758"/>
              </a:xfrm>
              <a:custGeom>
                <a:avLst/>
                <a:gdLst>
                  <a:gd name="connsiteX0" fmla="*/ 88596 w 88596"/>
                  <a:gd name="connsiteY0" fmla="*/ 18285 h 36758"/>
                  <a:gd name="connsiteX1" fmla="*/ 44298 w 88596"/>
                  <a:gd name="connsiteY1" fmla="*/ 36758 h 36758"/>
                  <a:gd name="connsiteX2" fmla="*/ 0 w 88596"/>
                  <a:gd name="connsiteY2" fmla="*/ 18285 h 36758"/>
                  <a:gd name="connsiteX3" fmla="*/ 44298 w 88596"/>
                  <a:gd name="connsiteY3" fmla="*/ 0 h 36758"/>
                  <a:gd name="connsiteX4" fmla="*/ 88596 w 88596"/>
                  <a:gd name="connsiteY4" fmla="*/ 18285 h 36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596" h="36758">
                    <a:moveTo>
                      <a:pt x="88596" y="18285"/>
                    </a:moveTo>
                    <a:cubicBezTo>
                      <a:pt x="88596" y="28464"/>
                      <a:pt x="68803" y="36758"/>
                      <a:pt x="44298" y="36758"/>
                    </a:cubicBezTo>
                    <a:cubicBezTo>
                      <a:pt x="19793" y="36758"/>
                      <a:pt x="0" y="28464"/>
                      <a:pt x="0" y="18285"/>
                    </a:cubicBezTo>
                    <a:cubicBezTo>
                      <a:pt x="0" y="8106"/>
                      <a:pt x="19793" y="0"/>
                      <a:pt x="44298" y="0"/>
                    </a:cubicBezTo>
                    <a:cubicBezTo>
                      <a:pt x="68803" y="0"/>
                      <a:pt x="88596" y="8294"/>
                      <a:pt x="88596" y="18285"/>
                    </a:cubicBezTo>
                  </a:path>
                </a:pathLst>
              </a:custGeom>
              <a:solidFill>
                <a:srgbClr val="DFACC9"/>
              </a:solidFill>
              <a:ln w="188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  <p:sp>
            <p:nvSpPr>
              <p:cNvPr id="337" name="任意多边形: 形状 336"/>
              <p:cNvSpPr/>
              <p:nvPr/>
            </p:nvSpPr>
            <p:spPr>
              <a:xfrm>
                <a:off x="4422407" y="694820"/>
                <a:ext cx="88596" cy="36758"/>
              </a:xfrm>
              <a:custGeom>
                <a:avLst/>
                <a:gdLst>
                  <a:gd name="connsiteX0" fmla="*/ 88596 w 88596"/>
                  <a:gd name="connsiteY0" fmla="*/ 18285 h 36758"/>
                  <a:gd name="connsiteX1" fmla="*/ 44298 w 88596"/>
                  <a:gd name="connsiteY1" fmla="*/ 36758 h 36758"/>
                  <a:gd name="connsiteX2" fmla="*/ 0 w 88596"/>
                  <a:gd name="connsiteY2" fmla="*/ 18285 h 36758"/>
                  <a:gd name="connsiteX3" fmla="*/ 44298 w 88596"/>
                  <a:gd name="connsiteY3" fmla="*/ 0 h 36758"/>
                  <a:gd name="connsiteX4" fmla="*/ 88596 w 88596"/>
                  <a:gd name="connsiteY4" fmla="*/ 18285 h 36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596" h="36758">
                    <a:moveTo>
                      <a:pt x="88596" y="18285"/>
                    </a:moveTo>
                    <a:cubicBezTo>
                      <a:pt x="88596" y="28464"/>
                      <a:pt x="68803" y="36758"/>
                      <a:pt x="44298" y="36758"/>
                    </a:cubicBezTo>
                    <a:cubicBezTo>
                      <a:pt x="19793" y="36758"/>
                      <a:pt x="0" y="28464"/>
                      <a:pt x="0" y="18285"/>
                    </a:cubicBezTo>
                    <a:cubicBezTo>
                      <a:pt x="0" y="8106"/>
                      <a:pt x="19793" y="0"/>
                      <a:pt x="44298" y="0"/>
                    </a:cubicBezTo>
                    <a:cubicBezTo>
                      <a:pt x="68803" y="0"/>
                      <a:pt x="88596" y="8294"/>
                      <a:pt x="88596" y="18285"/>
                    </a:cubicBezTo>
                    <a:close/>
                  </a:path>
                </a:pathLst>
              </a:custGeom>
              <a:noFill/>
              <a:ln w="4711" cap="flat">
                <a:solidFill>
                  <a:srgbClr val="23181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</p:grpSp>
        <p:sp>
          <p:nvSpPr>
            <p:cNvPr id="338" name="任意多边形: 形状 337"/>
            <p:cNvSpPr/>
            <p:nvPr/>
          </p:nvSpPr>
          <p:spPr>
            <a:xfrm>
              <a:off x="5545031" y="1020335"/>
              <a:ext cx="113288" cy="356532"/>
            </a:xfrm>
            <a:custGeom>
              <a:avLst/>
              <a:gdLst>
                <a:gd name="connsiteX0" fmla="*/ 0 w 88407"/>
                <a:gd name="connsiteY0" fmla="*/ 0 h 278229"/>
                <a:gd name="connsiteX1" fmla="*/ 88408 w 88407"/>
                <a:gd name="connsiteY1" fmla="*/ 0 h 278229"/>
                <a:gd name="connsiteX2" fmla="*/ 88408 w 88407"/>
                <a:gd name="connsiteY2" fmla="*/ 278230 h 278229"/>
                <a:gd name="connsiteX3" fmla="*/ 0 w 88407"/>
                <a:gd name="connsiteY3" fmla="*/ 278230 h 27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07" h="278229">
                  <a:moveTo>
                    <a:pt x="0" y="0"/>
                  </a:moveTo>
                  <a:lnTo>
                    <a:pt x="88408" y="0"/>
                  </a:lnTo>
                  <a:lnTo>
                    <a:pt x="88408" y="278230"/>
                  </a:lnTo>
                  <a:lnTo>
                    <a:pt x="0" y="278230"/>
                  </a:lnTo>
                  <a:close/>
                </a:path>
              </a:pathLst>
            </a:custGeom>
            <a:gradFill>
              <a:gsLst>
                <a:gs pos="0">
                  <a:srgbClr val="C65B96"/>
                </a:gs>
                <a:gs pos="26500">
                  <a:srgbClr val="DC9EC1"/>
                </a:gs>
                <a:gs pos="53000">
                  <a:srgbClr val="F3E2ED"/>
                </a:gs>
                <a:gs pos="100000">
                  <a:srgbClr val="C65B96"/>
                </a:gs>
              </a:gsLst>
              <a:lin ang="0" scaled="1"/>
            </a:gra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grpSp>
          <p:nvGrpSpPr>
            <p:cNvPr id="339" name="图形 2"/>
            <p:cNvGrpSpPr/>
            <p:nvPr/>
          </p:nvGrpSpPr>
          <p:grpSpPr>
            <a:xfrm>
              <a:off x="5545031" y="996904"/>
              <a:ext cx="113530" cy="380204"/>
              <a:chOff x="4511192" y="694820"/>
              <a:chExt cx="88596" cy="296702"/>
            </a:xfrm>
          </p:grpSpPr>
          <p:sp>
            <p:nvSpPr>
              <p:cNvPr id="340" name="任意多边形: 形状 339"/>
              <p:cNvSpPr/>
              <p:nvPr/>
            </p:nvSpPr>
            <p:spPr>
              <a:xfrm>
                <a:off x="4511192" y="713293"/>
                <a:ext cx="88596" cy="278229"/>
              </a:xfrm>
              <a:custGeom>
                <a:avLst/>
                <a:gdLst>
                  <a:gd name="connsiteX0" fmla="*/ 0 w 88596"/>
                  <a:gd name="connsiteY0" fmla="*/ 259756 h 278229"/>
                  <a:gd name="connsiteX1" fmla="*/ 44298 w 88596"/>
                  <a:gd name="connsiteY1" fmla="*/ 278230 h 278229"/>
                  <a:gd name="connsiteX2" fmla="*/ 88596 w 88596"/>
                  <a:gd name="connsiteY2" fmla="*/ 259756 h 278229"/>
                  <a:gd name="connsiteX3" fmla="*/ 88596 w 88596"/>
                  <a:gd name="connsiteY3" fmla="*/ 0 h 278229"/>
                  <a:gd name="connsiteX4" fmla="*/ 188 w 88596"/>
                  <a:gd name="connsiteY4" fmla="*/ 0 h 278229"/>
                  <a:gd name="connsiteX5" fmla="*/ 188 w 88596"/>
                  <a:gd name="connsiteY5" fmla="*/ 259756 h 278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8596" h="278229">
                    <a:moveTo>
                      <a:pt x="0" y="259756"/>
                    </a:moveTo>
                    <a:cubicBezTo>
                      <a:pt x="0" y="269936"/>
                      <a:pt x="19793" y="278230"/>
                      <a:pt x="44298" y="278230"/>
                    </a:cubicBezTo>
                    <a:cubicBezTo>
                      <a:pt x="68803" y="278230"/>
                      <a:pt x="88596" y="269936"/>
                      <a:pt x="88596" y="259756"/>
                    </a:cubicBezTo>
                    <a:lnTo>
                      <a:pt x="88596" y="0"/>
                    </a:lnTo>
                    <a:lnTo>
                      <a:pt x="188" y="0"/>
                    </a:lnTo>
                    <a:lnTo>
                      <a:pt x="188" y="259756"/>
                    </a:lnTo>
                    <a:close/>
                  </a:path>
                </a:pathLst>
              </a:custGeom>
              <a:noFill/>
              <a:ln w="4711" cap="flat">
                <a:solidFill>
                  <a:srgbClr val="23181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  <p:sp>
            <p:nvSpPr>
              <p:cNvPr id="341" name="任意多边形: 形状 340"/>
              <p:cNvSpPr/>
              <p:nvPr/>
            </p:nvSpPr>
            <p:spPr>
              <a:xfrm>
                <a:off x="4511192" y="694820"/>
                <a:ext cx="88596" cy="36758"/>
              </a:xfrm>
              <a:custGeom>
                <a:avLst/>
                <a:gdLst>
                  <a:gd name="connsiteX0" fmla="*/ 88596 w 88596"/>
                  <a:gd name="connsiteY0" fmla="*/ 18285 h 36758"/>
                  <a:gd name="connsiteX1" fmla="*/ 44298 w 88596"/>
                  <a:gd name="connsiteY1" fmla="*/ 36758 h 36758"/>
                  <a:gd name="connsiteX2" fmla="*/ 0 w 88596"/>
                  <a:gd name="connsiteY2" fmla="*/ 18285 h 36758"/>
                  <a:gd name="connsiteX3" fmla="*/ 44298 w 88596"/>
                  <a:gd name="connsiteY3" fmla="*/ 0 h 36758"/>
                  <a:gd name="connsiteX4" fmla="*/ 88596 w 88596"/>
                  <a:gd name="connsiteY4" fmla="*/ 18285 h 36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596" h="36758">
                    <a:moveTo>
                      <a:pt x="88596" y="18285"/>
                    </a:moveTo>
                    <a:cubicBezTo>
                      <a:pt x="88596" y="28464"/>
                      <a:pt x="68803" y="36758"/>
                      <a:pt x="44298" y="36758"/>
                    </a:cubicBezTo>
                    <a:cubicBezTo>
                      <a:pt x="19793" y="36758"/>
                      <a:pt x="0" y="28464"/>
                      <a:pt x="0" y="18285"/>
                    </a:cubicBezTo>
                    <a:cubicBezTo>
                      <a:pt x="0" y="8106"/>
                      <a:pt x="19793" y="0"/>
                      <a:pt x="44298" y="0"/>
                    </a:cubicBezTo>
                    <a:cubicBezTo>
                      <a:pt x="68803" y="0"/>
                      <a:pt x="88596" y="8294"/>
                      <a:pt x="88596" y="18285"/>
                    </a:cubicBezTo>
                  </a:path>
                </a:pathLst>
              </a:custGeom>
              <a:solidFill>
                <a:srgbClr val="DFACC9"/>
              </a:solidFill>
              <a:ln w="188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  <p:sp>
            <p:nvSpPr>
              <p:cNvPr id="342" name="任意多边形: 形状 341"/>
              <p:cNvSpPr/>
              <p:nvPr/>
            </p:nvSpPr>
            <p:spPr>
              <a:xfrm>
                <a:off x="4511192" y="694820"/>
                <a:ext cx="88596" cy="36758"/>
              </a:xfrm>
              <a:custGeom>
                <a:avLst/>
                <a:gdLst>
                  <a:gd name="connsiteX0" fmla="*/ 88596 w 88596"/>
                  <a:gd name="connsiteY0" fmla="*/ 18285 h 36758"/>
                  <a:gd name="connsiteX1" fmla="*/ 44298 w 88596"/>
                  <a:gd name="connsiteY1" fmla="*/ 36758 h 36758"/>
                  <a:gd name="connsiteX2" fmla="*/ 0 w 88596"/>
                  <a:gd name="connsiteY2" fmla="*/ 18285 h 36758"/>
                  <a:gd name="connsiteX3" fmla="*/ 44298 w 88596"/>
                  <a:gd name="connsiteY3" fmla="*/ 0 h 36758"/>
                  <a:gd name="connsiteX4" fmla="*/ 88596 w 88596"/>
                  <a:gd name="connsiteY4" fmla="*/ 18285 h 36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596" h="36758">
                    <a:moveTo>
                      <a:pt x="88596" y="18285"/>
                    </a:moveTo>
                    <a:cubicBezTo>
                      <a:pt x="88596" y="28464"/>
                      <a:pt x="68803" y="36758"/>
                      <a:pt x="44298" y="36758"/>
                    </a:cubicBezTo>
                    <a:cubicBezTo>
                      <a:pt x="19793" y="36758"/>
                      <a:pt x="0" y="28464"/>
                      <a:pt x="0" y="18285"/>
                    </a:cubicBezTo>
                    <a:cubicBezTo>
                      <a:pt x="0" y="8106"/>
                      <a:pt x="19793" y="0"/>
                      <a:pt x="44298" y="0"/>
                    </a:cubicBezTo>
                    <a:cubicBezTo>
                      <a:pt x="68803" y="0"/>
                      <a:pt x="88596" y="8294"/>
                      <a:pt x="88596" y="18285"/>
                    </a:cubicBezTo>
                    <a:close/>
                  </a:path>
                </a:pathLst>
              </a:custGeom>
              <a:noFill/>
              <a:ln w="4711" cap="flat">
                <a:solidFill>
                  <a:srgbClr val="23181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</p:grpSp>
        <p:sp>
          <p:nvSpPr>
            <p:cNvPr id="343" name="任意多边形: 形状 342"/>
            <p:cNvSpPr/>
            <p:nvPr/>
          </p:nvSpPr>
          <p:spPr>
            <a:xfrm>
              <a:off x="5659044" y="1020335"/>
              <a:ext cx="113530" cy="356532"/>
            </a:xfrm>
            <a:custGeom>
              <a:avLst/>
              <a:gdLst>
                <a:gd name="connsiteX0" fmla="*/ 0 w 88596"/>
                <a:gd name="connsiteY0" fmla="*/ 0 h 278229"/>
                <a:gd name="connsiteX1" fmla="*/ 88596 w 88596"/>
                <a:gd name="connsiteY1" fmla="*/ 0 h 278229"/>
                <a:gd name="connsiteX2" fmla="*/ 88596 w 88596"/>
                <a:gd name="connsiteY2" fmla="*/ 278230 h 278229"/>
                <a:gd name="connsiteX3" fmla="*/ 0 w 88596"/>
                <a:gd name="connsiteY3" fmla="*/ 278230 h 27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596" h="278229">
                  <a:moveTo>
                    <a:pt x="0" y="0"/>
                  </a:moveTo>
                  <a:lnTo>
                    <a:pt x="88596" y="0"/>
                  </a:lnTo>
                  <a:lnTo>
                    <a:pt x="88596" y="278230"/>
                  </a:lnTo>
                  <a:lnTo>
                    <a:pt x="0" y="278230"/>
                  </a:lnTo>
                  <a:close/>
                </a:path>
              </a:pathLst>
            </a:custGeom>
            <a:gradFill>
              <a:gsLst>
                <a:gs pos="0">
                  <a:srgbClr val="C65B96"/>
                </a:gs>
                <a:gs pos="26500">
                  <a:srgbClr val="DC9EC1"/>
                </a:gs>
                <a:gs pos="53000">
                  <a:srgbClr val="F3E2ED"/>
                </a:gs>
                <a:gs pos="100000">
                  <a:srgbClr val="C65B96"/>
                </a:gs>
              </a:gsLst>
              <a:lin ang="0" scaled="1"/>
            </a:gra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grpSp>
          <p:nvGrpSpPr>
            <p:cNvPr id="344" name="图形 2"/>
            <p:cNvGrpSpPr/>
            <p:nvPr/>
          </p:nvGrpSpPr>
          <p:grpSpPr>
            <a:xfrm>
              <a:off x="5658803" y="996904"/>
              <a:ext cx="113771" cy="380204"/>
              <a:chOff x="4599977" y="694820"/>
              <a:chExt cx="88784" cy="296702"/>
            </a:xfrm>
          </p:grpSpPr>
          <p:sp>
            <p:nvSpPr>
              <p:cNvPr id="345" name="任意多边形: 形状 344"/>
              <p:cNvSpPr/>
              <p:nvPr/>
            </p:nvSpPr>
            <p:spPr>
              <a:xfrm>
                <a:off x="4600165" y="713293"/>
                <a:ext cx="88596" cy="278229"/>
              </a:xfrm>
              <a:custGeom>
                <a:avLst/>
                <a:gdLst>
                  <a:gd name="connsiteX0" fmla="*/ 0 w 88596"/>
                  <a:gd name="connsiteY0" fmla="*/ 259756 h 278229"/>
                  <a:gd name="connsiteX1" fmla="*/ 44298 w 88596"/>
                  <a:gd name="connsiteY1" fmla="*/ 278230 h 278229"/>
                  <a:gd name="connsiteX2" fmla="*/ 88596 w 88596"/>
                  <a:gd name="connsiteY2" fmla="*/ 259756 h 278229"/>
                  <a:gd name="connsiteX3" fmla="*/ 88596 w 88596"/>
                  <a:gd name="connsiteY3" fmla="*/ 0 h 278229"/>
                  <a:gd name="connsiteX4" fmla="*/ 189 w 88596"/>
                  <a:gd name="connsiteY4" fmla="*/ 0 h 278229"/>
                  <a:gd name="connsiteX5" fmla="*/ 189 w 88596"/>
                  <a:gd name="connsiteY5" fmla="*/ 259756 h 278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8596" h="278229">
                    <a:moveTo>
                      <a:pt x="0" y="259756"/>
                    </a:moveTo>
                    <a:cubicBezTo>
                      <a:pt x="0" y="269936"/>
                      <a:pt x="19793" y="278230"/>
                      <a:pt x="44298" y="278230"/>
                    </a:cubicBezTo>
                    <a:cubicBezTo>
                      <a:pt x="68804" y="278230"/>
                      <a:pt x="88596" y="269936"/>
                      <a:pt x="88596" y="259756"/>
                    </a:cubicBezTo>
                    <a:lnTo>
                      <a:pt x="88596" y="0"/>
                    </a:lnTo>
                    <a:lnTo>
                      <a:pt x="189" y="0"/>
                    </a:lnTo>
                    <a:lnTo>
                      <a:pt x="189" y="259756"/>
                    </a:lnTo>
                    <a:close/>
                  </a:path>
                </a:pathLst>
              </a:custGeom>
              <a:noFill/>
              <a:ln w="4711" cap="flat">
                <a:solidFill>
                  <a:srgbClr val="23181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  <p:sp>
            <p:nvSpPr>
              <p:cNvPr id="346" name="任意多边形: 形状 345"/>
              <p:cNvSpPr/>
              <p:nvPr/>
            </p:nvSpPr>
            <p:spPr>
              <a:xfrm>
                <a:off x="4599977" y="694820"/>
                <a:ext cx="88596" cy="36758"/>
              </a:xfrm>
              <a:custGeom>
                <a:avLst/>
                <a:gdLst>
                  <a:gd name="connsiteX0" fmla="*/ 88596 w 88596"/>
                  <a:gd name="connsiteY0" fmla="*/ 18285 h 36758"/>
                  <a:gd name="connsiteX1" fmla="*/ 44298 w 88596"/>
                  <a:gd name="connsiteY1" fmla="*/ 36758 h 36758"/>
                  <a:gd name="connsiteX2" fmla="*/ 0 w 88596"/>
                  <a:gd name="connsiteY2" fmla="*/ 18285 h 36758"/>
                  <a:gd name="connsiteX3" fmla="*/ 44298 w 88596"/>
                  <a:gd name="connsiteY3" fmla="*/ 0 h 36758"/>
                  <a:gd name="connsiteX4" fmla="*/ 88596 w 88596"/>
                  <a:gd name="connsiteY4" fmla="*/ 18285 h 36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596" h="36758">
                    <a:moveTo>
                      <a:pt x="88596" y="18285"/>
                    </a:moveTo>
                    <a:cubicBezTo>
                      <a:pt x="88596" y="28464"/>
                      <a:pt x="68804" y="36758"/>
                      <a:pt x="44298" y="36758"/>
                    </a:cubicBezTo>
                    <a:cubicBezTo>
                      <a:pt x="19793" y="36758"/>
                      <a:pt x="0" y="28464"/>
                      <a:pt x="0" y="18285"/>
                    </a:cubicBezTo>
                    <a:cubicBezTo>
                      <a:pt x="0" y="8106"/>
                      <a:pt x="19793" y="0"/>
                      <a:pt x="44298" y="0"/>
                    </a:cubicBezTo>
                    <a:cubicBezTo>
                      <a:pt x="68804" y="0"/>
                      <a:pt x="88596" y="8294"/>
                      <a:pt x="88596" y="18285"/>
                    </a:cubicBezTo>
                  </a:path>
                </a:pathLst>
              </a:custGeom>
              <a:solidFill>
                <a:srgbClr val="DFACC9"/>
              </a:solidFill>
              <a:ln w="188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  <p:sp>
            <p:nvSpPr>
              <p:cNvPr id="347" name="任意多边形: 形状 346"/>
              <p:cNvSpPr/>
              <p:nvPr/>
            </p:nvSpPr>
            <p:spPr>
              <a:xfrm>
                <a:off x="4599977" y="694820"/>
                <a:ext cx="88596" cy="36758"/>
              </a:xfrm>
              <a:custGeom>
                <a:avLst/>
                <a:gdLst>
                  <a:gd name="connsiteX0" fmla="*/ 88596 w 88596"/>
                  <a:gd name="connsiteY0" fmla="*/ 18285 h 36758"/>
                  <a:gd name="connsiteX1" fmla="*/ 44298 w 88596"/>
                  <a:gd name="connsiteY1" fmla="*/ 36758 h 36758"/>
                  <a:gd name="connsiteX2" fmla="*/ 0 w 88596"/>
                  <a:gd name="connsiteY2" fmla="*/ 18285 h 36758"/>
                  <a:gd name="connsiteX3" fmla="*/ 44298 w 88596"/>
                  <a:gd name="connsiteY3" fmla="*/ 0 h 36758"/>
                  <a:gd name="connsiteX4" fmla="*/ 88596 w 88596"/>
                  <a:gd name="connsiteY4" fmla="*/ 18285 h 36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596" h="36758">
                    <a:moveTo>
                      <a:pt x="88596" y="18285"/>
                    </a:moveTo>
                    <a:cubicBezTo>
                      <a:pt x="88596" y="28464"/>
                      <a:pt x="68804" y="36758"/>
                      <a:pt x="44298" y="36758"/>
                    </a:cubicBezTo>
                    <a:cubicBezTo>
                      <a:pt x="19793" y="36758"/>
                      <a:pt x="0" y="28464"/>
                      <a:pt x="0" y="18285"/>
                    </a:cubicBezTo>
                    <a:cubicBezTo>
                      <a:pt x="0" y="8106"/>
                      <a:pt x="19793" y="0"/>
                      <a:pt x="44298" y="0"/>
                    </a:cubicBezTo>
                    <a:cubicBezTo>
                      <a:pt x="68804" y="0"/>
                      <a:pt x="88596" y="8294"/>
                      <a:pt x="88596" y="18285"/>
                    </a:cubicBezTo>
                    <a:close/>
                  </a:path>
                </a:pathLst>
              </a:custGeom>
              <a:noFill/>
              <a:ln w="4711" cap="flat">
                <a:solidFill>
                  <a:srgbClr val="23181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</p:grpSp>
        <p:sp>
          <p:nvSpPr>
            <p:cNvPr id="348" name="任意多边形: 形状 347"/>
            <p:cNvSpPr/>
            <p:nvPr/>
          </p:nvSpPr>
          <p:spPr>
            <a:xfrm>
              <a:off x="5772816" y="1020335"/>
              <a:ext cx="113288" cy="356532"/>
            </a:xfrm>
            <a:custGeom>
              <a:avLst/>
              <a:gdLst>
                <a:gd name="connsiteX0" fmla="*/ 0 w 88407"/>
                <a:gd name="connsiteY0" fmla="*/ 0 h 278229"/>
                <a:gd name="connsiteX1" fmla="*/ 88408 w 88407"/>
                <a:gd name="connsiteY1" fmla="*/ 0 h 278229"/>
                <a:gd name="connsiteX2" fmla="*/ 88408 w 88407"/>
                <a:gd name="connsiteY2" fmla="*/ 278230 h 278229"/>
                <a:gd name="connsiteX3" fmla="*/ 0 w 88407"/>
                <a:gd name="connsiteY3" fmla="*/ 278230 h 27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07" h="278229">
                  <a:moveTo>
                    <a:pt x="0" y="0"/>
                  </a:moveTo>
                  <a:lnTo>
                    <a:pt x="88408" y="0"/>
                  </a:lnTo>
                  <a:lnTo>
                    <a:pt x="88408" y="278230"/>
                  </a:lnTo>
                  <a:lnTo>
                    <a:pt x="0" y="278230"/>
                  </a:lnTo>
                  <a:close/>
                </a:path>
              </a:pathLst>
            </a:custGeom>
            <a:gradFill>
              <a:gsLst>
                <a:gs pos="0">
                  <a:srgbClr val="C65B96"/>
                </a:gs>
                <a:gs pos="26500">
                  <a:srgbClr val="DC9EC1"/>
                </a:gs>
                <a:gs pos="53000">
                  <a:srgbClr val="F3E2ED"/>
                </a:gs>
                <a:gs pos="100000">
                  <a:srgbClr val="C65B96"/>
                </a:gs>
              </a:gsLst>
              <a:lin ang="0" scaled="1"/>
            </a:gra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grpSp>
          <p:nvGrpSpPr>
            <p:cNvPr id="349" name="图形 2"/>
            <p:cNvGrpSpPr/>
            <p:nvPr/>
          </p:nvGrpSpPr>
          <p:grpSpPr>
            <a:xfrm>
              <a:off x="5772816" y="996904"/>
              <a:ext cx="113530" cy="380204"/>
              <a:chOff x="4688950" y="694820"/>
              <a:chExt cx="88596" cy="296702"/>
            </a:xfrm>
          </p:grpSpPr>
          <p:sp>
            <p:nvSpPr>
              <p:cNvPr id="350" name="任意多边形: 形状 349"/>
              <p:cNvSpPr/>
              <p:nvPr/>
            </p:nvSpPr>
            <p:spPr>
              <a:xfrm>
                <a:off x="4688950" y="713293"/>
                <a:ext cx="88596" cy="278229"/>
              </a:xfrm>
              <a:custGeom>
                <a:avLst/>
                <a:gdLst>
                  <a:gd name="connsiteX0" fmla="*/ 0 w 88596"/>
                  <a:gd name="connsiteY0" fmla="*/ 259756 h 278229"/>
                  <a:gd name="connsiteX1" fmla="*/ 44298 w 88596"/>
                  <a:gd name="connsiteY1" fmla="*/ 278230 h 278229"/>
                  <a:gd name="connsiteX2" fmla="*/ 88596 w 88596"/>
                  <a:gd name="connsiteY2" fmla="*/ 259756 h 278229"/>
                  <a:gd name="connsiteX3" fmla="*/ 88596 w 88596"/>
                  <a:gd name="connsiteY3" fmla="*/ 0 h 278229"/>
                  <a:gd name="connsiteX4" fmla="*/ 188 w 88596"/>
                  <a:gd name="connsiteY4" fmla="*/ 0 h 278229"/>
                  <a:gd name="connsiteX5" fmla="*/ 188 w 88596"/>
                  <a:gd name="connsiteY5" fmla="*/ 259756 h 278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8596" h="278229">
                    <a:moveTo>
                      <a:pt x="0" y="259756"/>
                    </a:moveTo>
                    <a:cubicBezTo>
                      <a:pt x="0" y="269936"/>
                      <a:pt x="19793" y="278230"/>
                      <a:pt x="44298" y="278230"/>
                    </a:cubicBezTo>
                    <a:cubicBezTo>
                      <a:pt x="68803" y="278230"/>
                      <a:pt x="88596" y="269936"/>
                      <a:pt x="88596" y="259756"/>
                    </a:cubicBezTo>
                    <a:lnTo>
                      <a:pt x="88596" y="0"/>
                    </a:lnTo>
                    <a:lnTo>
                      <a:pt x="188" y="0"/>
                    </a:lnTo>
                    <a:lnTo>
                      <a:pt x="188" y="259756"/>
                    </a:lnTo>
                    <a:close/>
                  </a:path>
                </a:pathLst>
              </a:custGeom>
              <a:noFill/>
              <a:ln w="4711" cap="flat">
                <a:solidFill>
                  <a:srgbClr val="23181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  <p:sp>
            <p:nvSpPr>
              <p:cNvPr id="351" name="任意多边形: 形状 350"/>
              <p:cNvSpPr/>
              <p:nvPr/>
            </p:nvSpPr>
            <p:spPr>
              <a:xfrm>
                <a:off x="4688950" y="694820"/>
                <a:ext cx="88596" cy="36758"/>
              </a:xfrm>
              <a:custGeom>
                <a:avLst/>
                <a:gdLst>
                  <a:gd name="connsiteX0" fmla="*/ 88596 w 88596"/>
                  <a:gd name="connsiteY0" fmla="*/ 18285 h 36758"/>
                  <a:gd name="connsiteX1" fmla="*/ 44298 w 88596"/>
                  <a:gd name="connsiteY1" fmla="*/ 36758 h 36758"/>
                  <a:gd name="connsiteX2" fmla="*/ 0 w 88596"/>
                  <a:gd name="connsiteY2" fmla="*/ 18285 h 36758"/>
                  <a:gd name="connsiteX3" fmla="*/ 44298 w 88596"/>
                  <a:gd name="connsiteY3" fmla="*/ 0 h 36758"/>
                  <a:gd name="connsiteX4" fmla="*/ 88596 w 88596"/>
                  <a:gd name="connsiteY4" fmla="*/ 18285 h 36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596" h="36758">
                    <a:moveTo>
                      <a:pt x="88596" y="18285"/>
                    </a:moveTo>
                    <a:cubicBezTo>
                      <a:pt x="88596" y="28464"/>
                      <a:pt x="68803" y="36758"/>
                      <a:pt x="44298" y="36758"/>
                    </a:cubicBezTo>
                    <a:cubicBezTo>
                      <a:pt x="19793" y="36758"/>
                      <a:pt x="0" y="28464"/>
                      <a:pt x="0" y="18285"/>
                    </a:cubicBezTo>
                    <a:cubicBezTo>
                      <a:pt x="0" y="8106"/>
                      <a:pt x="19793" y="0"/>
                      <a:pt x="44298" y="0"/>
                    </a:cubicBezTo>
                    <a:cubicBezTo>
                      <a:pt x="68803" y="0"/>
                      <a:pt x="88596" y="8294"/>
                      <a:pt x="88596" y="18285"/>
                    </a:cubicBezTo>
                  </a:path>
                </a:pathLst>
              </a:custGeom>
              <a:solidFill>
                <a:srgbClr val="DFACC9"/>
              </a:solidFill>
              <a:ln w="188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  <p:sp>
            <p:nvSpPr>
              <p:cNvPr id="352" name="任意多边形: 形状 351"/>
              <p:cNvSpPr/>
              <p:nvPr/>
            </p:nvSpPr>
            <p:spPr>
              <a:xfrm>
                <a:off x="4688950" y="694820"/>
                <a:ext cx="88596" cy="36758"/>
              </a:xfrm>
              <a:custGeom>
                <a:avLst/>
                <a:gdLst>
                  <a:gd name="connsiteX0" fmla="*/ 88596 w 88596"/>
                  <a:gd name="connsiteY0" fmla="*/ 18285 h 36758"/>
                  <a:gd name="connsiteX1" fmla="*/ 44298 w 88596"/>
                  <a:gd name="connsiteY1" fmla="*/ 36758 h 36758"/>
                  <a:gd name="connsiteX2" fmla="*/ 0 w 88596"/>
                  <a:gd name="connsiteY2" fmla="*/ 18285 h 36758"/>
                  <a:gd name="connsiteX3" fmla="*/ 44298 w 88596"/>
                  <a:gd name="connsiteY3" fmla="*/ 0 h 36758"/>
                  <a:gd name="connsiteX4" fmla="*/ 88596 w 88596"/>
                  <a:gd name="connsiteY4" fmla="*/ 18285 h 36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596" h="36758">
                    <a:moveTo>
                      <a:pt x="88596" y="18285"/>
                    </a:moveTo>
                    <a:cubicBezTo>
                      <a:pt x="88596" y="28464"/>
                      <a:pt x="68803" y="36758"/>
                      <a:pt x="44298" y="36758"/>
                    </a:cubicBezTo>
                    <a:cubicBezTo>
                      <a:pt x="19793" y="36758"/>
                      <a:pt x="0" y="28464"/>
                      <a:pt x="0" y="18285"/>
                    </a:cubicBezTo>
                    <a:cubicBezTo>
                      <a:pt x="0" y="8106"/>
                      <a:pt x="19793" y="0"/>
                      <a:pt x="44298" y="0"/>
                    </a:cubicBezTo>
                    <a:cubicBezTo>
                      <a:pt x="68803" y="0"/>
                      <a:pt x="88596" y="8294"/>
                      <a:pt x="88596" y="18285"/>
                    </a:cubicBezTo>
                    <a:close/>
                  </a:path>
                </a:pathLst>
              </a:custGeom>
              <a:noFill/>
              <a:ln w="4711" cap="flat">
                <a:solidFill>
                  <a:srgbClr val="23181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</p:grpSp>
        <p:sp>
          <p:nvSpPr>
            <p:cNvPr id="353" name="任意多边形: 形状 352"/>
            <p:cNvSpPr/>
            <p:nvPr/>
          </p:nvSpPr>
          <p:spPr>
            <a:xfrm>
              <a:off x="5886829" y="1020335"/>
              <a:ext cx="113288" cy="356532"/>
            </a:xfrm>
            <a:custGeom>
              <a:avLst/>
              <a:gdLst>
                <a:gd name="connsiteX0" fmla="*/ 0 w 88407"/>
                <a:gd name="connsiteY0" fmla="*/ 0 h 278229"/>
                <a:gd name="connsiteX1" fmla="*/ 88408 w 88407"/>
                <a:gd name="connsiteY1" fmla="*/ 0 h 278229"/>
                <a:gd name="connsiteX2" fmla="*/ 88408 w 88407"/>
                <a:gd name="connsiteY2" fmla="*/ 278230 h 278229"/>
                <a:gd name="connsiteX3" fmla="*/ 0 w 88407"/>
                <a:gd name="connsiteY3" fmla="*/ 278230 h 27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07" h="278229">
                  <a:moveTo>
                    <a:pt x="0" y="0"/>
                  </a:moveTo>
                  <a:lnTo>
                    <a:pt x="88408" y="0"/>
                  </a:lnTo>
                  <a:lnTo>
                    <a:pt x="88408" y="278230"/>
                  </a:lnTo>
                  <a:lnTo>
                    <a:pt x="0" y="278230"/>
                  </a:lnTo>
                  <a:close/>
                </a:path>
              </a:pathLst>
            </a:custGeom>
            <a:gradFill>
              <a:gsLst>
                <a:gs pos="0">
                  <a:srgbClr val="C65B96"/>
                </a:gs>
                <a:gs pos="26500">
                  <a:srgbClr val="DC9EC1"/>
                </a:gs>
                <a:gs pos="53000">
                  <a:srgbClr val="F3E2ED"/>
                </a:gs>
                <a:gs pos="100000">
                  <a:srgbClr val="C65B96"/>
                </a:gs>
              </a:gsLst>
              <a:lin ang="0" scaled="1"/>
            </a:gra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grpSp>
          <p:nvGrpSpPr>
            <p:cNvPr id="354" name="图形 2"/>
            <p:cNvGrpSpPr/>
            <p:nvPr/>
          </p:nvGrpSpPr>
          <p:grpSpPr>
            <a:xfrm>
              <a:off x="5256133" y="831198"/>
              <a:ext cx="744227" cy="545910"/>
              <a:chOff x="4285743" y="565507"/>
              <a:chExt cx="580776" cy="426015"/>
            </a:xfrm>
          </p:grpSpPr>
          <p:sp>
            <p:nvSpPr>
              <p:cNvPr id="355" name="任意多边形: 形状 354"/>
              <p:cNvSpPr/>
              <p:nvPr/>
            </p:nvSpPr>
            <p:spPr>
              <a:xfrm>
                <a:off x="4777923" y="713293"/>
                <a:ext cx="88596" cy="278229"/>
              </a:xfrm>
              <a:custGeom>
                <a:avLst/>
                <a:gdLst>
                  <a:gd name="connsiteX0" fmla="*/ 0 w 88596"/>
                  <a:gd name="connsiteY0" fmla="*/ 259756 h 278229"/>
                  <a:gd name="connsiteX1" fmla="*/ 44298 w 88596"/>
                  <a:gd name="connsiteY1" fmla="*/ 278230 h 278229"/>
                  <a:gd name="connsiteX2" fmla="*/ 88596 w 88596"/>
                  <a:gd name="connsiteY2" fmla="*/ 259756 h 278229"/>
                  <a:gd name="connsiteX3" fmla="*/ 88596 w 88596"/>
                  <a:gd name="connsiteY3" fmla="*/ 0 h 278229"/>
                  <a:gd name="connsiteX4" fmla="*/ 188 w 88596"/>
                  <a:gd name="connsiteY4" fmla="*/ 0 h 278229"/>
                  <a:gd name="connsiteX5" fmla="*/ 188 w 88596"/>
                  <a:gd name="connsiteY5" fmla="*/ 259756 h 278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8596" h="278229">
                    <a:moveTo>
                      <a:pt x="0" y="259756"/>
                    </a:moveTo>
                    <a:cubicBezTo>
                      <a:pt x="0" y="269936"/>
                      <a:pt x="19793" y="278230"/>
                      <a:pt x="44298" y="278230"/>
                    </a:cubicBezTo>
                    <a:cubicBezTo>
                      <a:pt x="68803" y="278230"/>
                      <a:pt x="88596" y="269936"/>
                      <a:pt x="88596" y="259756"/>
                    </a:cubicBezTo>
                    <a:lnTo>
                      <a:pt x="88596" y="0"/>
                    </a:lnTo>
                    <a:lnTo>
                      <a:pt x="188" y="0"/>
                    </a:lnTo>
                    <a:lnTo>
                      <a:pt x="188" y="259756"/>
                    </a:lnTo>
                    <a:close/>
                  </a:path>
                </a:pathLst>
              </a:custGeom>
              <a:noFill/>
              <a:ln w="4711" cap="flat">
                <a:solidFill>
                  <a:srgbClr val="23181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  <p:sp>
            <p:nvSpPr>
              <p:cNvPr id="356" name="任意多边形: 形状 355"/>
              <p:cNvSpPr/>
              <p:nvPr/>
            </p:nvSpPr>
            <p:spPr>
              <a:xfrm>
                <a:off x="4777735" y="694820"/>
                <a:ext cx="88596" cy="36758"/>
              </a:xfrm>
              <a:custGeom>
                <a:avLst/>
                <a:gdLst>
                  <a:gd name="connsiteX0" fmla="*/ 88596 w 88596"/>
                  <a:gd name="connsiteY0" fmla="*/ 18285 h 36758"/>
                  <a:gd name="connsiteX1" fmla="*/ 44298 w 88596"/>
                  <a:gd name="connsiteY1" fmla="*/ 36758 h 36758"/>
                  <a:gd name="connsiteX2" fmla="*/ 0 w 88596"/>
                  <a:gd name="connsiteY2" fmla="*/ 18285 h 36758"/>
                  <a:gd name="connsiteX3" fmla="*/ 44298 w 88596"/>
                  <a:gd name="connsiteY3" fmla="*/ 0 h 36758"/>
                  <a:gd name="connsiteX4" fmla="*/ 88596 w 88596"/>
                  <a:gd name="connsiteY4" fmla="*/ 18285 h 36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596" h="36758">
                    <a:moveTo>
                      <a:pt x="88596" y="18285"/>
                    </a:moveTo>
                    <a:cubicBezTo>
                      <a:pt x="88596" y="28464"/>
                      <a:pt x="68803" y="36758"/>
                      <a:pt x="44298" y="36758"/>
                    </a:cubicBezTo>
                    <a:cubicBezTo>
                      <a:pt x="19793" y="36758"/>
                      <a:pt x="0" y="28464"/>
                      <a:pt x="0" y="18285"/>
                    </a:cubicBezTo>
                    <a:cubicBezTo>
                      <a:pt x="0" y="8106"/>
                      <a:pt x="19793" y="0"/>
                      <a:pt x="44298" y="0"/>
                    </a:cubicBezTo>
                    <a:cubicBezTo>
                      <a:pt x="68803" y="0"/>
                      <a:pt x="88596" y="8294"/>
                      <a:pt x="88596" y="18285"/>
                    </a:cubicBezTo>
                  </a:path>
                </a:pathLst>
              </a:custGeom>
              <a:solidFill>
                <a:srgbClr val="DFACC9"/>
              </a:solidFill>
              <a:ln w="188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  <p:sp>
            <p:nvSpPr>
              <p:cNvPr id="357" name="任意多边形: 形状 356"/>
              <p:cNvSpPr/>
              <p:nvPr/>
            </p:nvSpPr>
            <p:spPr>
              <a:xfrm>
                <a:off x="4777735" y="694820"/>
                <a:ext cx="88596" cy="36758"/>
              </a:xfrm>
              <a:custGeom>
                <a:avLst/>
                <a:gdLst>
                  <a:gd name="connsiteX0" fmla="*/ 88596 w 88596"/>
                  <a:gd name="connsiteY0" fmla="*/ 18285 h 36758"/>
                  <a:gd name="connsiteX1" fmla="*/ 44298 w 88596"/>
                  <a:gd name="connsiteY1" fmla="*/ 36758 h 36758"/>
                  <a:gd name="connsiteX2" fmla="*/ 0 w 88596"/>
                  <a:gd name="connsiteY2" fmla="*/ 18285 h 36758"/>
                  <a:gd name="connsiteX3" fmla="*/ 44298 w 88596"/>
                  <a:gd name="connsiteY3" fmla="*/ 0 h 36758"/>
                  <a:gd name="connsiteX4" fmla="*/ 88596 w 88596"/>
                  <a:gd name="connsiteY4" fmla="*/ 18285 h 36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596" h="36758">
                    <a:moveTo>
                      <a:pt x="88596" y="18285"/>
                    </a:moveTo>
                    <a:cubicBezTo>
                      <a:pt x="88596" y="28464"/>
                      <a:pt x="68803" y="36758"/>
                      <a:pt x="44298" y="36758"/>
                    </a:cubicBezTo>
                    <a:cubicBezTo>
                      <a:pt x="19793" y="36758"/>
                      <a:pt x="0" y="28464"/>
                      <a:pt x="0" y="18285"/>
                    </a:cubicBezTo>
                    <a:cubicBezTo>
                      <a:pt x="0" y="8106"/>
                      <a:pt x="19793" y="0"/>
                      <a:pt x="44298" y="0"/>
                    </a:cubicBezTo>
                    <a:cubicBezTo>
                      <a:pt x="68803" y="0"/>
                      <a:pt x="88596" y="8294"/>
                      <a:pt x="88596" y="18285"/>
                    </a:cubicBezTo>
                    <a:close/>
                  </a:path>
                </a:pathLst>
              </a:custGeom>
              <a:noFill/>
              <a:ln w="4711" cap="flat">
                <a:solidFill>
                  <a:srgbClr val="23181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  <p:sp>
            <p:nvSpPr>
              <p:cNvPr id="358" name="任意多边形: 形状 357"/>
              <p:cNvSpPr/>
              <p:nvPr/>
            </p:nvSpPr>
            <p:spPr>
              <a:xfrm>
                <a:off x="4285743" y="665036"/>
                <a:ext cx="91989" cy="47691"/>
              </a:xfrm>
              <a:custGeom>
                <a:avLst/>
                <a:gdLst>
                  <a:gd name="connsiteX0" fmla="*/ 0 w 91989"/>
                  <a:gd name="connsiteY0" fmla="*/ 45995 h 47691"/>
                  <a:gd name="connsiteX1" fmla="*/ 45995 w 91989"/>
                  <a:gd name="connsiteY1" fmla="*/ 0 h 47691"/>
                  <a:gd name="connsiteX2" fmla="*/ 91989 w 91989"/>
                  <a:gd name="connsiteY2" fmla="*/ 45995 h 47691"/>
                  <a:gd name="connsiteX3" fmla="*/ 91989 w 91989"/>
                  <a:gd name="connsiteY3" fmla="*/ 47691 h 47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1989" h="47691">
                    <a:moveTo>
                      <a:pt x="0" y="45995"/>
                    </a:moveTo>
                    <a:cubicBezTo>
                      <a:pt x="0" y="20547"/>
                      <a:pt x="20547" y="0"/>
                      <a:pt x="45995" y="0"/>
                    </a:cubicBezTo>
                    <a:cubicBezTo>
                      <a:pt x="71442" y="0"/>
                      <a:pt x="91989" y="20547"/>
                      <a:pt x="91989" y="45995"/>
                    </a:cubicBezTo>
                    <a:cubicBezTo>
                      <a:pt x="91989" y="46560"/>
                      <a:pt x="91989" y="47126"/>
                      <a:pt x="91989" y="47691"/>
                    </a:cubicBezTo>
                  </a:path>
                </a:pathLst>
              </a:custGeom>
              <a:noFill/>
              <a:ln w="14134" cap="rnd">
                <a:solidFill>
                  <a:srgbClr val="435057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  <p:sp>
            <p:nvSpPr>
              <p:cNvPr id="359" name="任意多边形: 形状 358"/>
              <p:cNvSpPr/>
              <p:nvPr/>
            </p:nvSpPr>
            <p:spPr>
              <a:xfrm>
                <a:off x="4462370" y="665036"/>
                <a:ext cx="91989" cy="47691"/>
              </a:xfrm>
              <a:custGeom>
                <a:avLst/>
                <a:gdLst>
                  <a:gd name="connsiteX0" fmla="*/ 0 w 91989"/>
                  <a:gd name="connsiteY0" fmla="*/ 45995 h 47691"/>
                  <a:gd name="connsiteX1" fmla="*/ 45995 w 91989"/>
                  <a:gd name="connsiteY1" fmla="*/ 0 h 47691"/>
                  <a:gd name="connsiteX2" fmla="*/ 91989 w 91989"/>
                  <a:gd name="connsiteY2" fmla="*/ 45995 h 47691"/>
                  <a:gd name="connsiteX3" fmla="*/ 91989 w 91989"/>
                  <a:gd name="connsiteY3" fmla="*/ 47691 h 47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1989" h="47691">
                    <a:moveTo>
                      <a:pt x="0" y="45995"/>
                    </a:moveTo>
                    <a:cubicBezTo>
                      <a:pt x="0" y="20547"/>
                      <a:pt x="20547" y="0"/>
                      <a:pt x="45995" y="0"/>
                    </a:cubicBezTo>
                    <a:cubicBezTo>
                      <a:pt x="71443" y="0"/>
                      <a:pt x="91989" y="20547"/>
                      <a:pt x="91989" y="45995"/>
                    </a:cubicBezTo>
                    <a:cubicBezTo>
                      <a:pt x="91989" y="46560"/>
                      <a:pt x="91989" y="47126"/>
                      <a:pt x="91989" y="47691"/>
                    </a:cubicBezTo>
                  </a:path>
                </a:pathLst>
              </a:custGeom>
              <a:noFill/>
              <a:ln w="14134" cap="rnd">
                <a:solidFill>
                  <a:srgbClr val="435057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  <p:sp>
            <p:nvSpPr>
              <p:cNvPr id="360" name="任意多边形: 形状 359"/>
              <p:cNvSpPr/>
              <p:nvPr/>
            </p:nvSpPr>
            <p:spPr>
              <a:xfrm>
                <a:off x="4641824" y="665036"/>
                <a:ext cx="91989" cy="47691"/>
              </a:xfrm>
              <a:custGeom>
                <a:avLst/>
                <a:gdLst>
                  <a:gd name="connsiteX0" fmla="*/ 0 w 91989"/>
                  <a:gd name="connsiteY0" fmla="*/ 45995 h 47691"/>
                  <a:gd name="connsiteX1" fmla="*/ 45995 w 91989"/>
                  <a:gd name="connsiteY1" fmla="*/ 0 h 47691"/>
                  <a:gd name="connsiteX2" fmla="*/ 91989 w 91989"/>
                  <a:gd name="connsiteY2" fmla="*/ 45995 h 47691"/>
                  <a:gd name="connsiteX3" fmla="*/ 91989 w 91989"/>
                  <a:gd name="connsiteY3" fmla="*/ 47691 h 47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1989" h="47691">
                    <a:moveTo>
                      <a:pt x="0" y="45995"/>
                    </a:moveTo>
                    <a:cubicBezTo>
                      <a:pt x="0" y="20547"/>
                      <a:pt x="20547" y="0"/>
                      <a:pt x="45995" y="0"/>
                    </a:cubicBezTo>
                    <a:cubicBezTo>
                      <a:pt x="71442" y="0"/>
                      <a:pt x="91989" y="20547"/>
                      <a:pt x="91989" y="45995"/>
                    </a:cubicBezTo>
                    <a:cubicBezTo>
                      <a:pt x="91989" y="46560"/>
                      <a:pt x="91989" y="47126"/>
                      <a:pt x="91989" y="47691"/>
                    </a:cubicBezTo>
                  </a:path>
                </a:pathLst>
              </a:custGeom>
              <a:noFill/>
              <a:ln w="14134" cap="rnd">
                <a:solidFill>
                  <a:srgbClr val="435057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  <p:sp>
            <p:nvSpPr>
              <p:cNvPr id="361" name="任意多边形: 形状 360"/>
              <p:cNvSpPr/>
              <p:nvPr/>
            </p:nvSpPr>
            <p:spPr>
              <a:xfrm>
                <a:off x="4555302" y="565507"/>
                <a:ext cx="268427" cy="145712"/>
              </a:xfrm>
              <a:custGeom>
                <a:avLst/>
                <a:gdLst>
                  <a:gd name="connsiteX0" fmla="*/ 268427 w 268427"/>
                  <a:gd name="connsiteY0" fmla="*/ 145712 h 145712"/>
                  <a:gd name="connsiteX1" fmla="*/ 268427 w 268427"/>
                  <a:gd name="connsiteY1" fmla="*/ 45995 h 145712"/>
                  <a:gd name="connsiteX2" fmla="*/ 222433 w 268427"/>
                  <a:gd name="connsiteY2" fmla="*/ 0 h 145712"/>
                  <a:gd name="connsiteX3" fmla="*/ 0 w 268427"/>
                  <a:gd name="connsiteY3" fmla="*/ 0 h 145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8427" h="145712">
                    <a:moveTo>
                      <a:pt x="268427" y="145712"/>
                    </a:moveTo>
                    <a:lnTo>
                      <a:pt x="268427" y="45995"/>
                    </a:lnTo>
                    <a:cubicBezTo>
                      <a:pt x="268427" y="20547"/>
                      <a:pt x="247881" y="0"/>
                      <a:pt x="222433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4134" cap="rnd">
                <a:solidFill>
                  <a:srgbClr val="435057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799"/>
              </a:p>
            </p:txBody>
          </p:sp>
        </p:grpSp>
        <p:sp>
          <p:nvSpPr>
            <p:cNvPr id="363" name="任意多边形: 形状 362"/>
            <p:cNvSpPr/>
            <p:nvPr/>
          </p:nvSpPr>
          <p:spPr>
            <a:xfrm>
              <a:off x="4933901" y="850764"/>
              <a:ext cx="24155" cy="157009"/>
            </a:xfrm>
            <a:custGeom>
              <a:avLst/>
              <a:gdLst>
                <a:gd name="connsiteX0" fmla="*/ 0 w 18850"/>
                <a:gd name="connsiteY0" fmla="*/ 0 h 122526"/>
                <a:gd name="connsiteX1" fmla="*/ 18850 w 18850"/>
                <a:gd name="connsiteY1" fmla="*/ 0 h 122526"/>
                <a:gd name="connsiteX2" fmla="*/ 18850 w 18850"/>
                <a:gd name="connsiteY2" fmla="*/ 122527 h 122526"/>
                <a:gd name="connsiteX3" fmla="*/ 0 w 18850"/>
                <a:gd name="connsiteY3" fmla="*/ 122527 h 12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50" h="122526">
                  <a:moveTo>
                    <a:pt x="0" y="0"/>
                  </a:moveTo>
                  <a:lnTo>
                    <a:pt x="18850" y="0"/>
                  </a:lnTo>
                  <a:lnTo>
                    <a:pt x="18850" y="122527"/>
                  </a:lnTo>
                  <a:lnTo>
                    <a:pt x="0" y="122527"/>
                  </a:lnTo>
                  <a:close/>
                </a:path>
              </a:pathLst>
            </a:custGeom>
            <a:solidFill>
              <a:srgbClr val="435057"/>
            </a:solidFill>
            <a:ln w="188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64" name="任意多边形: 形状 363"/>
            <p:cNvSpPr/>
            <p:nvPr/>
          </p:nvSpPr>
          <p:spPr>
            <a:xfrm>
              <a:off x="5094534" y="684817"/>
              <a:ext cx="24155" cy="202663"/>
            </a:xfrm>
            <a:custGeom>
              <a:avLst/>
              <a:gdLst>
                <a:gd name="connsiteX0" fmla="*/ 0 w 18850"/>
                <a:gd name="connsiteY0" fmla="*/ 158154 h 158153"/>
                <a:gd name="connsiteX1" fmla="*/ 0 w 18850"/>
                <a:gd name="connsiteY1" fmla="*/ 0 h 158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850" h="158153">
                  <a:moveTo>
                    <a:pt x="0" y="158154"/>
                  </a:moveTo>
                  <a:lnTo>
                    <a:pt x="0" y="0"/>
                  </a:lnTo>
                </a:path>
              </a:pathLst>
            </a:custGeom>
            <a:ln w="4711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65" name="LRP_comp"/>
            <p:cNvSpPr/>
            <p:nvPr/>
          </p:nvSpPr>
          <p:spPr>
            <a:xfrm>
              <a:off x="5036496" y="784895"/>
              <a:ext cx="117395" cy="1038197"/>
            </a:xfrm>
            <a:custGeom>
              <a:avLst/>
              <a:gdLst>
                <a:gd name="connsiteX0" fmla="*/ 91612 w 91612"/>
                <a:gd name="connsiteY0" fmla="*/ 405092 h 810183"/>
                <a:gd name="connsiteX1" fmla="*/ 45806 w 91612"/>
                <a:gd name="connsiteY1" fmla="*/ 810184 h 810183"/>
                <a:gd name="connsiteX2" fmla="*/ 0 w 91612"/>
                <a:gd name="connsiteY2" fmla="*/ 405092 h 810183"/>
                <a:gd name="connsiteX3" fmla="*/ 45806 w 91612"/>
                <a:gd name="connsiteY3" fmla="*/ 0 h 810183"/>
                <a:gd name="connsiteX4" fmla="*/ 91612 w 91612"/>
                <a:gd name="connsiteY4" fmla="*/ 405092 h 810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612" h="810183">
                  <a:moveTo>
                    <a:pt x="91612" y="405092"/>
                  </a:moveTo>
                  <a:cubicBezTo>
                    <a:pt x="91612" y="628844"/>
                    <a:pt x="71066" y="810184"/>
                    <a:pt x="45806" y="810184"/>
                  </a:cubicBezTo>
                  <a:cubicBezTo>
                    <a:pt x="20547" y="810184"/>
                    <a:pt x="0" y="628844"/>
                    <a:pt x="0" y="405092"/>
                  </a:cubicBezTo>
                  <a:cubicBezTo>
                    <a:pt x="0" y="181339"/>
                    <a:pt x="20547" y="0"/>
                    <a:pt x="45806" y="0"/>
                  </a:cubicBezTo>
                  <a:cubicBezTo>
                    <a:pt x="71066" y="0"/>
                    <a:pt x="91612" y="181339"/>
                    <a:pt x="91612" y="405092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4711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67" name="任意多边形: 形状 366"/>
            <p:cNvSpPr/>
            <p:nvPr/>
          </p:nvSpPr>
          <p:spPr>
            <a:xfrm>
              <a:off x="5094534" y="684817"/>
              <a:ext cx="24155" cy="202663"/>
            </a:xfrm>
            <a:custGeom>
              <a:avLst/>
              <a:gdLst>
                <a:gd name="connsiteX0" fmla="*/ 0 w 18850"/>
                <a:gd name="connsiteY0" fmla="*/ 158154 h 158153"/>
                <a:gd name="connsiteX1" fmla="*/ 0 w 18850"/>
                <a:gd name="connsiteY1" fmla="*/ 0 h 158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850" h="158153">
                  <a:moveTo>
                    <a:pt x="0" y="158154"/>
                  </a:moveTo>
                  <a:lnTo>
                    <a:pt x="0" y="0"/>
                  </a:lnTo>
                </a:path>
              </a:pathLst>
            </a:custGeom>
            <a:ln w="4711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  <p:sp>
          <p:nvSpPr>
            <p:cNvPr id="368" name="DVL_comp2"/>
            <p:cNvSpPr/>
            <p:nvPr/>
          </p:nvSpPr>
          <p:spPr>
            <a:xfrm>
              <a:off x="5206614" y="1433182"/>
              <a:ext cx="1035082" cy="523109"/>
            </a:xfrm>
            <a:custGeom>
              <a:avLst/>
              <a:gdLst>
                <a:gd name="connsiteX0" fmla="*/ 400775 w 807752"/>
                <a:gd name="connsiteY0" fmla="*/ 369003 h 408221"/>
                <a:gd name="connsiteX1" fmla="*/ 327448 w 807752"/>
                <a:gd name="connsiteY1" fmla="*/ 388042 h 408221"/>
                <a:gd name="connsiteX2" fmla="*/ 100868 w 807752"/>
                <a:gd name="connsiteY2" fmla="*/ 408023 h 408221"/>
                <a:gd name="connsiteX3" fmla="*/ 2281 w 807752"/>
                <a:gd name="connsiteY3" fmla="*/ 339785 h 408221"/>
                <a:gd name="connsiteX4" fmla="*/ 19246 w 807752"/>
                <a:gd name="connsiteY4" fmla="*/ 246477 h 408221"/>
                <a:gd name="connsiteX5" fmla="*/ 45448 w 807752"/>
                <a:gd name="connsiteY5" fmla="*/ 143554 h 408221"/>
                <a:gd name="connsiteX6" fmla="*/ 222641 w 807752"/>
                <a:gd name="connsiteY6" fmla="*/ 108493 h 408221"/>
                <a:gd name="connsiteX7" fmla="*/ 355912 w 807752"/>
                <a:gd name="connsiteY7" fmla="*/ 11225 h 408221"/>
                <a:gd name="connsiteX8" fmla="*/ 562511 w 807752"/>
                <a:gd name="connsiteY8" fmla="*/ 39689 h 408221"/>
                <a:gd name="connsiteX9" fmla="*/ 807752 w 807752"/>
                <a:gd name="connsiteY9" fmla="*/ 223291 h 408221"/>
                <a:gd name="connsiteX10" fmla="*/ 681079 w 807752"/>
                <a:gd name="connsiteY10" fmla="*/ 332999 h 408221"/>
                <a:gd name="connsiteX11" fmla="*/ 627921 w 807752"/>
                <a:gd name="connsiteY11" fmla="*/ 392000 h 408221"/>
                <a:gd name="connsiteX12" fmla="*/ 481077 w 807752"/>
                <a:gd name="connsiteY12" fmla="*/ 378428 h 408221"/>
                <a:gd name="connsiteX13" fmla="*/ 400964 w 807752"/>
                <a:gd name="connsiteY13" fmla="*/ 369192 h 40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07752" h="408221">
                  <a:moveTo>
                    <a:pt x="400775" y="369003"/>
                  </a:moveTo>
                  <a:cubicBezTo>
                    <a:pt x="380229" y="372208"/>
                    <a:pt x="359682" y="379748"/>
                    <a:pt x="327448" y="388042"/>
                  </a:cubicBezTo>
                  <a:cubicBezTo>
                    <a:pt x="263734" y="404442"/>
                    <a:pt x="168917" y="405761"/>
                    <a:pt x="100868" y="408023"/>
                  </a:cubicBezTo>
                  <a:cubicBezTo>
                    <a:pt x="52046" y="409531"/>
                    <a:pt x="-5259" y="403876"/>
                    <a:pt x="2281" y="339785"/>
                  </a:cubicBezTo>
                  <a:cubicBezTo>
                    <a:pt x="9256" y="281161"/>
                    <a:pt x="39228" y="311887"/>
                    <a:pt x="19246" y="246477"/>
                  </a:cubicBezTo>
                  <a:cubicBezTo>
                    <a:pt x="-735" y="180501"/>
                    <a:pt x="-20716" y="174657"/>
                    <a:pt x="45448" y="143554"/>
                  </a:cubicBezTo>
                  <a:cubicBezTo>
                    <a:pt x="101622" y="117164"/>
                    <a:pt x="170425" y="141292"/>
                    <a:pt x="222641" y="108493"/>
                  </a:cubicBezTo>
                  <a:cubicBezTo>
                    <a:pt x="295403" y="62498"/>
                    <a:pt x="261095" y="-32507"/>
                    <a:pt x="355912" y="11225"/>
                  </a:cubicBezTo>
                  <a:cubicBezTo>
                    <a:pt x="444508" y="52130"/>
                    <a:pt x="462981" y="52884"/>
                    <a:pt x="562511" y="39689"/>
                  </a:cubicBezTo>
                  <a:cubicBezTo>
                    <a:pt x="651107" y="27814"/>
                    <a:pt x="807752" y="123950"/>
                    <a:pt x="807752" y="223291"/>
                  </a:cubicBezTo>
                  <a:cubicBezTo>
                    <a:pt x="807752" y="311887"/>
                    <a:pt x="734236" y="298692"/>
                    <a:pt x="681079" y="332999"/>
                  </a:cubicBezTo>
                  <a:cubicBezTo>
                    <a:pt x="659778" y="346760"/>
                    <a:pt x="649976" y="380502"/>
                    <a:pt x="627921" y="392000"/>
                  </a:cubicBezTo>
                  <a:cubicBezTo>
                    <a:pt x="580418" y="416694"/>
                    <a:pt x="526695" y="392189"/>
                    <a:pt x="481077" y="378428"/>
                  </a:cubicBezTo>
                  <a:cubicBezTo>
                    <a:pt x="444696" y="367495"/>
                    <a:pt x="422642" y="365987"/>
                    <a:pt x="400964" y="36919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BFBAD8"/>
                </a:gs>
              </a:gsLst>
              <a:path path="circle">
                <a:fillToRect l="50000" t="50000" r="50000" b="50000"/>
              </a:path>
              <a:tileRect/>
            </a:gradFill>
            <a:ln w="4711" cap="flat">
              <a:solidFill>
                <a:srgbClr val="231815"/>
              </a:solidFill>
              <a:prstDash val="solid"/>
              <a:miter/>
            </a:ln>
          </p:spPr>
          <p:txBody>
            <a:bodyPr wrap="none" rtlCol="0" anchor="ctr" anchorCtr="1"/>
            <a:lstStyle/>
            <a:p>
              <a:endParaRPr lang="en-US" altLang="zh-CN" sz="1201" dirty="0"/>
            </a:p>
          </p:txBody>
        </p:sp>
        <p:sp>
          <p:nvSpPr>
            <p:cNvPr id="369" name="WNT_comp2"/>
            <p:cNvSpPr/>
            <p:nvPr/>
          </p:nvSpPr>
          <p:spPr>
            <a:xfrm>
              <a:off x="5183666" y="722136"/>
              <a:ext cx="412090" cy="223678"/>
            </a:xfrm>
            <a:custGeom>
              <a:avLst/>
              <a:gdLst>
                <a:gd name="connsiteX0" fmla="*/ 160793 w 321585"/>
                <a:gd name="connsiteY0" fmla="*/ 174553 h 174553"/>
                <a:gd name="connsiteX1" fmla="*/ 0 w 321585"/>
                <a:gd name="connsiteY1" fmla="*/ 87277 h 174553"/>
                <a:gd name="connsiteX2" fmla="*/ 160793 w 321585"/>
                <a:gd name="connsiteY2" fmla="*/ 0 h 174553"/>
                <a:gd name="connsiteX3" fmla="*/ 321585 w 321585"/>
                <a:gd name="connsiteY3" fmla="*/ 87277 h 174553"/>
                <a:gd name="connsiteX4" fmla="*/ 160793 w 321585"/>
                <a:gd name="connsiteY4" fmla="*/ 174553 h 174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585" h="174553">
                  <a:moveTo>
                    <a:pt x="160793" y="174553"/>
                  </a:moveTo>
                  <a:cubicBezTo>
                    <a:pt x="72008" y="174553"/>
                    <a:pt x="0" y="135533"/>
                    <a:pt x="0" y="87277"/>
                  </a:cubicBezTo>
                  <a:cubicBezTo>
                    <a:pt x="0" y="39020"/>
                    <a:pt x="72008" y="0"/>
                    <a:pt x="160793" y="0"/>
                  </a:cubicBezTo>
                  <a:cubicBezTo>
                    <a:pt x="249577" y="0"/>
                    <a:pt x="321585" y="39020"/>
                    <a:pt x="321585" y="87277"/>
                  </a:cubicBezTo>
                  <a:cubicBezTo>
                    <a:pt x="321585" y="135533"/>
                    <a:pt x="249577" y="174553"/>
                    <a:pt x="160793" y="174553"/>
                  </a:cubicBezTo>
                  <a:close/>
                </a:path>
              </a:pathLst>
            </a:custGeom>
            <a:solidFill>
              <a:srgbClr val="D8DBEB"/>
            </a:solidFill>
            <a:ln w="4711" cap="flat">
              <a:solidFill>
                <a:srgbClr val="3D5E9C"/>
              </a:solidFill>
              <a:prstDash val="solid"/>
              <a:miter/>
            </a:ln>
          </p:spPr>
          <p:txBody>
            <a:bodyPr wrap="none" rtlCol="0" anchor="ctr" anchorCtr="1"/>
            <a:lstStyle/>
            <a:p>
              <a:r>
                <a:rPr lang="en-US" altLang="zh-CN" sz="900" dirty="0"/>
                <a:t>WNT</a:t>
              </a:r>
            </a:p>
          </p:txBody>
        </p:sp>
        <p:sp>
          <p:nvSpPr>
            <p:cNvPr id="366" name="任意多边形: 形状 365"/>
            <p:cNvSpPr/>
            <p:nvPr/>
          </p:nvSpPr>
          <p:spPr>
            <a:xfrm>
              <a:off x="6036110" y="798830"/>
              <a:ext cx="117395" cy="1038197"/>
            </a:xfrm>
            <a:custGeom>
              <a:avLst/>
              <a:gdLst>
                <a:gd name="connsiteX0" fmla="*/ 91612 w 91612"/>
                <a:gd name="connsiteY0" fmla="*/ 405092 h 810183"/>
                <a:gd name="connsiteX1" fmla="*/ 45806 w 91612"/>
                <a:gd name="connsiteY1" fmla="*/ 810184 h 810183"/>
                <a:gd name="connsiteX2" fmla="*/ 0 w 91612"/>
                <a:gd name="connsiteY2" fmla="*/ 405092 h 810183"/>
                <a:gd name="connsiteX3" fmla="*/ 45806 w 91612"/>
                <a:gd name="connsiteY3" fmla="*/ 0 h 810183"/>
                <a:gd name="connsiteX4" fmla="*/ 91612 w 91612"/>
                <a:gd name="connsiteY4" fmla="*/ 405092 h 810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612" h="810183">
                  <a:moveTo>
                    <a:pt x="91612" y="405092"/>
                  </a:moveTo>
                  <a:cubicBezTo>
                    <a:pt x="91612" y="628844"/>
                    <a:pt x="71066" y="810184"/>
                    <a:pt x="45806" y="810184"/>
                  </a:cubicBezTo>
                  <a:cubicBezTo>
                    <a:pt x="20547" y="810184"/>
                    <a:pt x="0" y="628844"/>
                    <a:pt x="0" y="405092"/>
                  </a:cubicBezTo>
                  <a:cubicBezTo>
                    <a:pt x="0" y="181339"/>
                    <a:pt x="20547" y="0"/>
                    <a:pt x="45806" y="0"/>
                  </a:cubicBezTo>
                  <a:cubicBezTo>
                    <a:pt x="71066" y="0"/>
                    <a:pt x="91612" y="181339"/>
                    <a:pt x="91612" y="405092"/>
                  </a:cubicBezTo>
                  <a:close/>
                </a:path>
              </a:pathLst>
            </a:custGeom>
            <a:solidFill>
              <a:srgbClr val="ECE9D9"/>
            </a:solidFill>
            <a:ln w="4711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799"/>
            </a:p>
          </p:txBody>
        </p:sp>
      </p:grp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479</TotalTime>
  <Words>32</Words>
  <Application>Microsoft Office PowerPoint</Application>
  <PresentationFormat>自定义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达浪 虞</cp:lastModifiedBy>
  <cp:revision>236</cp:revision>
  <dcterms:created xsi:type="dcterms:W3CDTF">2019-06-19T02:08:00Z</dcterms:created>
  <dcterms:modified xsi:type="dcterms:W3CDTF">2025-07-25T13:27:23Z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2714BC2042754196817988410A36725A</vt:lpwstr>
  </property>
</Properties>
</file>